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279" r:id="rId3"/>
    <p:sldId id="307" r:id="rId4"/>
    <p:sldId id="308" r:id="rId5"/>
    <p:sldId id="309" r:id="rId6"/>
    <p:sldId id="310" r:id="rId7"/>
    <p:sldId id="311" r:id="rId8"/>
    <p:sldId id="313" r:id="rId9"/>
    <p:sldId id="314" r:id="rId10"/>
    <p:sldId id="280" r:id="rId11"/>
    <p:sldId id="256" r:id="rId12"/>
    <p:sldId id="257" r:id="rId13"/>
    <p:sldId id="259" r:id="rId14"/>
    <p:sldId id="261" r:id="rId15"/>
    <p:sldId id="273" r:id="rId16"/>
    <p:sldId id="274" r:id="rId17"/>
    <p:sldId id="266" r:id="rId18"/>
    <p:sldId id="267" r:id="rId19"/>
    <p:sldId id="275" r:id="rId20"/>
    <p:sldId id="276" r:id="rId21"/>
    <p:sldId id="277" r:id="rId22"/>
    <p:sldId id="26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4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F9BE6-AC17-E24D-9196-E6F6C9E63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A52B95-C2AF-22FC-C25F-3CEEF4B6E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08ABB-57B0-DC13-84C1-8535C924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0DB9B-EBD8-D35D-7F06-F0747A76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5364B-68F3-27F2-8ADA-E7B571E3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08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DD383-BB37-9A27-7500-887CAC93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E5A545-0486-74CC-CD50-8172B223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40FBE-F258-4171-BFE9-EFCAD760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9FE5A4-52C4-CFA9-217D-2D196AB9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F7691-D8FF-C673-0302-5A8C26AC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81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B35A89-1FE6-9D07-21A8-357AC088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248A9A-1C97-EF44-31A4-78D326EAD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B5C601-6A06-5D6D-CF40-12F32E2A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10E5B-16C6-81A9-E1C3-C68C3431B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E080AE-EBE6-1F16-84CE-DF5BDDD1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49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323E9-D50B-6B20-1D76-176E54B9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C981D-41AD-53A3-F29F-5638430DB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06642-BEAF-08DF-19DC-FD2DD3EE6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8C5733-0882-97CB-0436-E069C907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3AB967-CF5D-1F15-EE3F-CC09C154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A88A4E-360D-EA73-E739-24F4B90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09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18469-74C8-A3AA-4727-6B09633C9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889EA2-D119-F6E7-1451-4E2A551C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D08D50-6E49-1BE1-AB16-46C2DA331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58BF05-EDC3-D4C4-A2DF-078483057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986463-D854-2AFD-0AD6-6635FA854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0E2CE5-9E51-8A91-3C11-5E32DEEE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3A6F17-A941-6473-FF3B-52FF528D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CE80F1-7424-B5EB-F5BB-04DAB75D5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37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B48A2-BAC1-E569-7D18-978EBE976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099282-4C69-3527-3A7F-9D70FA9A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5AEA02-79DD-97DB-7561-ACEA98EC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642D59-B819-07AC-48C1-06DEE736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35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6216CC-AB5A-BBF5-9996-5901ABC5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AD2E40-66EC-A3B4-6F6E-58A6F1BF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410D7A-C201-906A-9EDB-0830CF43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26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3427D-A63C-437F-66FD-00348061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A71ACE-7657-BD7C-D959-A9338A677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20CBE0-8703-AB06-16E9-C926F51AA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EC1D90-E70E-293B-D263-1DDD4AA5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1182AE-4378-141E-9724-2FC26A4F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59B2CE-E630-6F49-BD9D-90D0740B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1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5859B-6EF2-D4A8-F7ED-603CCD2C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4021E2-3F08-08C0-00F7-9BDF01392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124719-A402-F2EC-BC02-311DA76C4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544EA5-E389-C082-B42E-D6A735CC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D9140C-5AF9-35CD-B824-84331252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EDB6D4-CB68-0A6C-4569-E6017A5B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87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342D2-762E-37F1-F9A8-CB0DD9F5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ECDB79-435F-FF23-CDCE-8170E4775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A46DB2-5046-99BA-905B-761350E2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CD1A12-4568-C8F6-C5DF-2D2B060F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B834-AAEF-391D-E387-AE33A033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963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53EAB8-16EA-5166-A070-98497E73A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0BA11A-8B87-2C75-2F9C-E09A5C4EA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759508-85A8-FF74-EB13-24C5B375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0E430F-05EE-EB47-C268-60B92026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579ED2-F8AE-86F5-8822-1B9851D4A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3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A23535-3C1C-1881-0481-DCB63B1BC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1CD243-9F98-C5F0-F851-D746DEDC1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C3D50-2F85-FBFD-3E92-CE46E62F9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B7E4D-81BE-4662-9CE3-4B9525E44622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BA424-5097-747F-1C03-38B722704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96B226-4C46-7159-4D8F-01E96B77C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B4665-4CD7-4E35-8F7A-7A6BAFF17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65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2C2F08D-0966-990B-BFAD-0C54446FE383}"/>
              </a:ext>
            </a:extLst>
          </p:cNvPr>
          <p:cNvSpPr txBox="1"/>
          <p:nvPr/>
        </p:nvSpPr>
        <p:spPr>
          <a:xfrm>
            <a:off x="2760791" y="807457"/>
            <a:ext cx="66704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TMS</a:t>
            </a: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</a:t>
            </a:r>
            <a:endParaRPr lang="en-US" altLang="zh-CN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临床脑影像扫描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CEEBB6-0BAE-5711-D259-BCFF74C1B5FB}"/>
              </a:ext>
            </a:extLst>
          </p:cNvPr>
          <p:cNvSpPr txBox="1"/>
          <p:nvPr/>
        </p:nvSpPr>
        <p:spPr>
          <a:xfrm>
            <a:off x="3746639" y="3429000"/>
            <a:ext cx="5074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用时约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2AFF52-CB0D-9A98-6A4B-8C2947881A23}"/>
              </a:ext>
            </a:extLst>
          </p:cNvPr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411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111B42-EEC5-4013-BF85-A7C3FAB4DAC0}"/>
              </a:ext>
            </a:extLst>
          </p:cNvPr>
          <p:cNvSpPr txBox="1"/>
          <p:nvPr/>
        </p:nvSpPr>
        <p:spPr>
          <a:xfrm>
            <a:off x="1273628" y="380999"/>
            <a:ext cx="9448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以下先介绍一个需要您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积极配合的评估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119FE0-EA67-4408-A506-9D3CFE51EAE8}"/>
              </a:ext>
            </a:extLst>
          </p:cNvPr>
          <p:cNvSpPr txBox="1"/>
          <p:nvPr/>
        </p:nvSpPr>
        <p:spPr>
          <a:xfrm>
            <a:off x="1141571" y="3937845"/>
            <a:ext cx="97129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第</a:t>
            </a:r>
            <a:r>
              <a:rPr lang="en-US" altLang="zh-CN" sz="6000" b="1" dirty="0">
                <a:solidFill>
                  <a:srgbClr val="FF0000"/>
                </a:solidFill>
              </a:rPr>
              <a:t>3</a:t>
            </a:r>
            <a:r>
              <a:rPr lang="zh-CN" altLang="en-US" sz="6000" b="1" dirty="0">
                <a:solidFill>
                  <a:schemeClr val="bg1"/>
                </a:solidFill>
              </a:rPr>
              <a:t>部分：开门大吉，</a:t>
            </a:r>
            <a:r>
              <a:rPr lang="en-US" altLang="zh-CN" sz="6000" b="1" dirty="0">
                <a:solidFill>
                  <a:schemeClr val="bg1"/>
                </a:solidFill>
              </a:rPr>
              <a:t>5</a:t>
            </a:r>
            <a:r>
              <a:rPr lang="zh-CN" altLang="en-US" sz="6000" b="1" dirty="0">
                <a:solidFill>
                  <a:schemeClr val="bg1"/>
                </a:solidFill>
              </a:rPr>
              <a:t>分钟</a:t>
            </a:r>
            <a:endParaRPr lang="en-US" altLang="zh-CN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32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欢迎来到</a:t>
            </a:r>
            <a:r>
              <a:rPr lang="en-US" altLang="zh-CN" b="1" dirty="0">
                <a:solidFill>
                  <a:schemeClr val="bg1"/>
                </a:solidFill>
              </a:rPr>
              <a:t>‘</a:t>
            </a:r>
            <a:r>
              <a:rPr lang="zh-CN" altLang="en-US" b="1" dirty="0">
                <a:solidFill>
                  <a:schemeClr val="bg1"/>
                </a:solidFill>
              </a:rPr>
              <a:t>开门大吉</a:t>
            </a:r>
            <a:r>
              <a:rPr lang="en-US" altLang="zh-CN" b="1" dirty="0">
                <a:solidFill>
                  <a:schemeClr val="bg1"/>
                </a:solidFill>
              </a:rPr>
              <a:t>’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开始前，会呈现一个注视点</a:t>
            </a:r>
            <a:r>
              <a:rPr lang="en-US" altLang="zh-CN" b="1" dirty="0">
                <a:solidFill>
                  <a:schemeClr val="bg1"/>
                </a:solidFill>
              </a:rPr>
              <a:t>“+”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随后，两扇紧闭的大门就会出现在你眼前！</a:t>
            </a: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130FE5-EAE9-4656-B336-D5EEC375AECC}"/>
              </a:ext>
            </a:extLst>
          </p:cNvPr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这两扇门之中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会有一扇门后藏着闪闪发光、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超诱人的金币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而另一扇门后是一个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吞噬金币的黑洞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FDA858-B131-4DCE-AC00-AE5F6ADFAB18}"/>
              </a:ext>
            </a:extLst>
          </p:cNvPr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别犹豫，选择一扇门打开！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认为金币在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左侧门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后，请按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左手柄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上的任意键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认为金币在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右侧门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后，请按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右手柄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上的任意键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F8E09D-DD57-4512-9A4F-AAD8164162F3}"/>
              </a:ext>
            </a:extLst>
          </p:cNvPr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猜测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正确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，当即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奖励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 10 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金币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猜测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错误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，则被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扣除</a:t>
            </a:r>
            <a:r>
              <a:rPr lang="en-US" altLang="zh-CN" b="1" dirty="0">
                <a:solidFill>
                  <a:srgbClr val="FFFF00"/>
                </a:solidFill>
                <a:sym typeface="+mn-ea"/>
              </a:rPr>
              <a:t> 10 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金币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您的初始金币为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100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现在，开始吧！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!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1C1EF7-1E39-4C06-9B6A-8269A734EEDB}"/>
              </a:ext>
            </a:extLst>
          </p:cNvPr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59AC83E-8B4B-49B7-A37D-7A3FBED494B8}"/>
              </a:ext>
            </a:extLst>
          </p:cNvPr>
          <p:cNvGrpSpPr/>
          <p:nvPr/>
        </p:nvGrpSpPr>
        <p:grpSpPr>
          <a:xfrm>
            <a:off x="0" y="944064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请选择一扇门打开</a:t>
              </a:r>
              <a:endParaRPr lang="en-US" altLang="zh-CN" sz="2800" b="1">
                <a:solidFill>
                  <a:schemeClr val="bg1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037CCE2-D486-4A61-BE1C-C4D8A4678EE2}"/>
              </a:ext>
            </a:extLst>
          </p:cNvPr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1E751E-0DFF-4E4E-BCB1-79C7BAB69239}"/>
              </a:ext>
            </a:extLst>
          </p:cNvPr>
          <p:cNvSpPr/>
          <p:nvPr/>
        </p:nvSpPr>
        <p:spPr>
          <a:xfrm>
            <a:off x="3624833" y="6117475"/>
            <a:ext cx="5391219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在此处，请别犹豫，尽快（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秒）选择一扇门打开！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037CCE2-D486-4A61-BE1C-C4D8A4678EE2}"/>
              </a:ext>
            </a:extLst>
          </p:cNvPr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1E751E-0DFF-4E4E-BCB1-79C7BAB69239}"/>
              </a:ext>
            </a:extLst>
          </p:cNvPr>
          <p:cNvSpPr/>
          <p:nvPr/>
        </p:nvSpPr>
        <p:spPr>
          <a:xfrm>
            <a:off x="4266034" y="6117475"/>
            <a:ext cx="4108818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在此处，显示为您开门后获得一个金币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B272A17-7071-4D9D-B706-A432587A96C2}"/>
              </a:ext>
            </a:extLst>
          </p:cNvPr>
          <p:cNvGrpSpPr/>
          <p:nvPr/>
        </p:nvGrpSpPr>
        <p:grpSpPr>
          <a:xfrm>
            <a:off x="0" y="254635"/>
            <a:ext cx="12192000" cy="5307330"/>
            <a:chOff x="0" y="254635"/>
            <a:chExt cx="12192000" cy="530733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C902599-8EB7-4193-A64E-140F30107FA5}"/>
                </a:ext>
              </a:extLst>
            </p:cNvPr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E176A5D-8054-493A-B96A-28C6290E589A}"/>
                </a:ext>
              </a:extLst>
            </p:cNvPr>
            <p:cNvPicPr/>
            <p:nvPr/>
          </p:nvPicPr>
          <p:blipFill>
            <a:blip r:embed="rId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13" name="图片 12" descr="千库网_金色货币金币财富商务贸易背景图21_背景编号6609747">
              <a:extLst>
                <a:ext uri="{FF2B5EF4-FFF2-40B4-BE49-F238E27FC236}">
                  <a16:creationId xmlns:a16="http://schemas.microsoft.com/office/drawing/2014/main" id="{CEF57078-2FE4-4678-86E4-40294A5F4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837" r="39603" b="863"/>
            <a:stretch>
              <a:fillRect/>
            </a:stretch>
          </p:blipFill>
          <p:spPr>
            <a:xfrm>
              <a:off x="8954629" y="1209675"/>
              <a:ext cx="1811398" cy="3722370"/>
            </a:xfrm>
            <a:prstGeom prst="rect">
              <a:avLst/>
            </a:prstGeom>
            <a:effectLst>
              <a:softEdge rad="88900"/>
            </a:effectLst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06BC34AA-8CDD-4B1A-8BF7-E5581761B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59650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41FFBA7-DE15-4516-87EB-ACC2FF881B1C}"/>
                </a:ext>
              </a:extLst>
            </p:cNvPr>
            <p:cNvSpPr txBox="1"/>
            <p:nvPr/>
          </p:nvSpPr>
          <p:spPr>
            <a:xfrm>
              <a:off x="4636769" y="2542540"/>
              <a:ext cx="3128373" cy="669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sz="2800" b="1" dirty="0">
                  <a:solidFill>
                    <a:schemeClr val="bg1"/>
                  </a:solidFill>
                </a:rPr>
                <a:t>恭喜您</a:t>
              </a:r>
              <a:r>
                <a:rPr lang="zh-CN" altLang="en-US" sz="2800" b="1" dirty="0">
                  <a:solidFill>
                    <a:schemeClr val="bg1"/>
                  </a:solidFill>
                </a:rPr>
                <a:t>，</a:t>
              </a:r>
              <a:r>
                <a:rPr lang="zh-CN" sz="2800" b="1" dirty="0">
                  <a:solidFill>
                    <a:schemeClr val="bg1"/>
                  </a:solidFill>
                </a:rPr>
                <a:t>猜测正确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B1B4862-7FF9-4471-BA3A-C6C80EE11E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8" name="图片 17" descr="gold coin vector material">
                <a:extLst>
                  <a:ext uri="{FF2B5EF4-FFF2-40B4-BE49-F238E27FC236}">
                    <a16:creationId xmlns:a16="http://schemas.microsoft.com/office/drawing/2014/main" id="{77CCF6E6-ACA8-4CC1-A243-E59D90E8BA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8FDF07-D681-40D4-AB50-7521580130FF}"/>
                  </a:ext>
                </a:extLst>
              </p:cNvPr>
              <p:cNvSpPr txBox="1"/>
              <p:nvPr/>
            </p:nvSpPr>
            <p:spPr>
              <a:xfrm>
                <a:off x="8726" y="4344"/>
                <a:ext cx="2700" cy="11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+10</a:t>
                </a: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C35C687-A642-494A-B91C-74F901A54C78}"/>
                </a:ext>
              </a:extLst>
            </p:cNvPr>
            <p:cNvSpPr txBox="1"/>
            <p:nvPr/>
          </p:nvSpPr>
          <p:spPr>
            <a:xfrm>
              <a:off x="4731385" y="3404235"/>
              <a:ext cx="219075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800" b="1" dirty="0">
                  <a:solidFill>
                    <a:schemeClr val="bg1"/>
                  </a:solidFill>
                  <a:sym typeface="+mn-ea"/>
                </a:rPr>
                <a:t>您的金币为：</a:t>
              </a:r>
              <a:endParaRPr lang="zh-CN" altLang="en-US" sz="2800" b="1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10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037CCE2-D486-4A61-BE1C-C4D8A4678EE2}"/>
              </a:ext>
            </a:extLst>
          </p:cNvPr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1E751E-0DFF-4E4E-BCB1-79C7BAB69239}"/>
              </a:ext>
            </a:extLst>
          </p:cNvPr>
          <p:cNvSpPr/>
          <p:nvPr/>
        </p:nvSpPr>
        <p:spPr>
          <a:xfrm>
            <a:off x="4266034" y="6117475"/>
            <a:ext cx="4108818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在此处，显示为您开门后获得一个金币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11D2CE2-A78C-4169-B973-9D44ADC4B675}"/>
              </a:ext>
            </a:extLst>
          </p:cNvPr>
          <p:cNvGrpSpPr/>
          <p:nvPr/>
        </p:nvGrpSpPr>
        <p:grpSpPr>
          <a:xfrm>
            <a:off x="0" y="515892"/>
            <a:ext cx="12192000" cy="5307330"/>
            <a:chOff x="0" y="254635"/>
            <a:chExt cx="12192000" cy="5307330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EDE69E8-AA93-4FA1-A54A-03A8E2F7B6B6}"/>
                </a:ext>
              </a:extLst>
            </p:cNvPr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35EE9A7B-B6EF-4B17-B05A-8734878891ED}"/>
                </a:ext>
              </a:extLst>
            </p:cNvPr>
            <p:cNvPicPr/>
            <p:nvPr/>
          </p:nvPicPr>
          <p:blipFill>
            <a:blip r:embed="rId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0091E994-A510-420A-B8C2-9EFDA80B2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58743" y="935355"/>
              <a:ext cx="1749697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055ABBF-F913-499F-8CB3-D9EB9610141A}"/>
                </a:ext>
              </a:extLst>
            </p:cNvPr>
            <p:cNvSpPr txBox="1"/>
            <p:nvPr/>
          </p:nvSpPr>
          <p:spPr>
            <a:xfrm>
              <a:off x="4389120" y="2542540"/>
              <a:ext cx="3413760" cy="669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sz="2800" b="1" dirty="0">
                  <a:solidFill>
                    <a:schemeClr val="bg1"/>
                  </a:solidFill>
                  <a:sym typeface="+mn-ea"/>
                </a:rPr>
                <a:t>很遗憾</a:t>
              </a:r>
              <a:r>
                <a:rPr lang="zh-CN" altLang="en-US" sz="2800" b="1" dirty="0">
                  <a:solidFill>
                    <a:schemeClr val="bg1"/>
                  </a:solidFill>
                  <a:sym typeface="+mn-ea"/>
                </a:rPr>
                <a:t>，</a:t>
              </a:r>
              <a:r>
                <a:rPr lang="zh-CN" sz="2800" b="1" dirty="0">
                  <a:solidFill>
                    <a:schemeClr val="bg1"/>
                  </a:solidFill>
                  <a:sym typeface="+mn-ea"/>
                </a:rPr>
                <a:t>没有猜对</a:t>
              </a:r>
              <a:endParaRPr lang="zh-CN" sz="2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EB1864C3-64BB-4705-B9FC-ACB2E47595E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28" name="图片 27" descr="gold coin vector material">
                <a:extLst>
                  <a:ext uri="{FF2B5EF4-FFF2-40B4-BE49-F238E27FC236}">
                    <a16:creationId xmlns:a16="http://schemas.microsoft.com/office/drawing/2014/main" id="{BC88D275-64A7-4919-AE96-124CFD4F6F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0D92DB8-1AC2-4B3C-A927-B8828039A0C7}"/>
                  </a:ext>
                </a:extLst>
              </p:cNvPr>
              <p:cNvSpPr txBox="1"/>
              <p:nvPr/>
            </p:nvSpPr>
            <p:spPr>
              <a:xfrm>
                <a:off x="8726" y="4344"/>
                <a:ext cx="2700" cy="11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-10</a:t>
                </a:r>
              </a:p>
            </p:txBody>
          </p:sp>
        </p:grpSp>
        <p:pic>
          <p:nvPicPr>
            <p:cNvPr id="26" name="图片 25" descr="7b0a202020202266696c746572223a202238220a7d0a">
              <a:extLst>
                <a:ext uri="{FF2B5EF4-FFF2-40B4-BE49-F238E27FC236}">
                  <a16:creationId xmlns:a16="http://schemas.microsoft.com/office/drawing/2014/main" id="{13633287-7159-491F-84E6-2A7ABDCC0B0D}"/>
                </a:ext>
              </a:extLst>
            </p:cNvPr>
            <p:cNvPicPr/>
            <p:nvPr>
              <p:custDataLst>
                <p:tags r:id="rId1"/>
              </p:custDataLst>
            </p:nvPr>
          </p:nvPicPr>
          <p:blipFill>
            <a:blip r:embed="rId6"/>
            <a:srcRect l="31802" t="-8" r="39631" b="3261"/>
            <a:stretch>
              <a:fillRect/>
            </a:stretch>
          </p:blipFill>
          <p:spPr>
            <a:xfrm>
              <a:off x="8956675" y="1174115"/>
              <a:ext cx="1898650" cy="3750310"/>
            </a:xfrm>
            <a:prstGeom prst="rect">
              <a:avLst/>
            </a:prstGeom>
            <a:effectLst>
              <a:outerShdw blurRad="241300" dir="10200000" sx="101000" sy="101000" rotWithShape="0">
                <a:prstClr val="black">
                  <a:alpha val="100000"/>
                </a:prstClr>
              </a:outerShdw>
              <a:reflection endA="300" endPos="1000" dir="5400000" sy="-100000" algn="bl" rotWithShape="0"/>
              <a:softEdge rad="88900"/>
            </a:effectLst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4CA7549-186A-4DB6-9F8E-A176C1AC39CB}"/>
                </a:ext>
              </a:extLst>
            </p:cNvPr>
            <p:cNvSpPr txBox="1"/>
            <p:nvPr/>
          </p:nvSpPr>
          <p:spPr>
            <a:xfrm>
              <a:off x="4731385" y="3404235"/>
              <a:ext cx="219075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800" b="1">
                  <a:solidFill>
                    <a:schemeClr val="bg1"/>
                  </a:solidFill>
                  <a:sym typeface="+mn-ea"/>
                </a:rPr>
                <a:t>您的金币为：</a:t>
              </a:r>
              <a:endParaRPr lang="zh-CN" altLang="en-US" sz="2800" b="1">
                <a:solidFill>
                  <a:schemeClr val="bg1"/>
                </a:solidFill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70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210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2C2F08D-0966-990B-BFAD-0C54446FE383}"/>
              </a:ext>
            </a:extLst>
          </p:cNvPr>
          <p:cNvSpPr txBox="1"/>
          <p:nvPr/>
        </p:nvSpPr>
        <p:spPr>
          <a:xfrm>
            <a:off x="2760791" y="807457"/>
            <a:ext cx="66704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TMS</a:t>
            </a: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</a:t>
            </a:r>
            <a:endParaRPr lang="en-US" altLang="zh-CN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临床脑影像扫描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CEEBB6-0BAE-5711-D259-BCFF74C1B5FB}"/>
              </a:ext>
            </a:extLst>
          </p:cNvPr>
          <p:cNvSpPr txBox="1"/>
          <p:nvPr/>
        </p:nvSpPr>
        <p:spPr>
          <a:xfrm>
            <a:off x="3746639" y="3429000"/>
            <a:ext cx="5074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用时约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2AFF52-CB0D-9A98-6A4B-8C2947881A23}"/>
              </a:ext>
            </a:extLst>
          </p:cNvPr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04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14253D-6B1D-802C-76F5-23B8ACCAD945}"/>
              </a:ext>
            </a:extLst>
          </p:cNvPr>
          <p:cNvSpPr txBox="1"/>
          <p:nvPr/>
        </p:nvSpPr>
        <p:spPr>
          <a:xfrm>
            <a:off x="4157007" y="1159933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熟悉按键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DFF92C-20E6-6BD3-8B37-FDAAB950ACDE}"/>
              </a:ext>
            </a:extLst>
          </p:cNvPr>
          <p:cNvSpPr txBox="1"/>
          <p:nvPr/>
        </p:nvSpPr>
        <p:spPr>
          <a:xfrm>
            <a:off x="1771741" y="4212158"/>
            <a:ext cx="86485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请按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左手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1,2</a:t>
            </a:r>
          </a:p>
          <a:p>
            <a:pPr algn="ctr"/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右手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3,4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手柄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键</a:t>
            </a:r>
          </a:p>
        </p:txBody>
      </p:sp>
    </p:spTree>
    <p:extLst>
      <p:ext uri="{BB962C8B-B14F-4D97-AF65-F5344CB8AC3E}">
        <p14:creationId xmlns:p14="http://schemas.microsoft.com/office/powerpoint/2010/main" val="163842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8E74-7BA5-A4CE-AB9E-CFFB5C71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6CFA6B-3F17-AF9A-E772-48CBBC767468}"/>
              </a:ext>
            </a:extLst>
          </p:cNvPr>
          <p:cNvSpPr txBox="1"/>
          <p:nvPr/>
        </p:nvSpPr>
        <p:spPr>
          <a:xfrm>
            <a:off x="3951823" y="980611"/>
            <a:ext cx="44935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1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扫描即将开始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请保持头部不动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5</a:t>
            </a:r>
            <a:r>
              <a:rPr lang="zh-CN" altLang="en-US" sz="4800" b="1" dirty="0">
                <a:solidFill>
                  <a:schemeClr val="bg1"/>
                </a:solidFill>
              </a:rPr>
              <a:t>分钟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48C96D-99A3-EEF9-CBB4-33A75C31332B}"/>
              </a:ext>
            </a:extLst>
          </p:cNvPr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095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C6E0-77AC-3E81-3F01-B7684E6E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015C55-8640-EC4C-E986-F9553AA3A850}"/>
              </a:ext>
            </a:extLst>
          </p:cNvPr>
          <p:cNvSpPr txBox="1"/>
          <p:nvPr/>
        </p:nvSpPr>
        <p:spPr>
          <a:xfrm>
            <a:off x="5491508" y="2828835"/>
            <a:ext cx="120898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</a:rPr>
              <a:t>+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84F759-7994-8157-809A-4BB91F3D465D}"/>
              </a:ext>
            </a:extLst>
          </p:cNvPr>
          <p:cNvSpPr txBox="1"/>
          <p:nvPr/>
        </p:nvSpPr>
        <p:spPr>
          <a:xfrm>
            <a:off x="4048801" y="5686782"/>
            <a:ext cx="4094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平扫</a:t>
            </a:r>
            <a:r>
              <a:rPr lang="en-US" altLang="zh-CN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+3DT1</a:t>
            </a:r>
          </a:p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结束后按空格键继续</a:t>
            </a:r>
            <a:endParaRPr lang="en-US" altLang="zh-CN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3AB2A-22DF-5D7E-AFEC-E4E5E054CD4B}"/>
              </a:ext>
            </a:extLst>
          </p:cNvPr>
          <p:cNvSpPr txBox="1"/>
          <p:nvPr/>
        </p:nvSpPr>
        <p:spPr>
          <a:xfrm>
            <a:off x="2780891" y="663218"/>
            <a:ext cx="66302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请保持头部不动，</a:t>
            </a:r>
            <a:endParaRPr lang="en-US" altLang="zh-CN" sz="4000" dirty="0">
              <a:solidFill>
                <a:schemeClr val="bg1"/>
              </a:solidFill>
            </a:endParaRPr>
          </a:p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多看下面的符号</a:t>
            </a:r>
          </a:p>
        </p:txBody>
      </p:sp>
    </p:spTree>
    <p:extLst>
      <p:ext uri="{BB962C8B-B14F-4D97-AF65-F5344CB8AC3E}">
        <p14:creationId xmlns:p14="http://schemas.microsoft.com/office/powerpoint/2010/main" val="2094029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8E74-7BA5-A4CE-AB9E-CFFB5C71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6CFA6B-3F17-AF9A-E772-48CBBC767468}"/>
              </a:ext>
            </a:extLst>
          </p:cNvPr>
          <p:cNvSpPr txBox="1"/>
          <p:nvPr/>
        </p:nvSpPr>
        <p:spPr>
          <a:xfrm>
            <a:off x="3849230" y="839097"/>
            <a:ext cx="44935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2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扫描即将开始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请保持头部不动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6</a:t>
            </a:r>
            <a:r>
              <a:rPr lang="zh-CN" altLang="en-US" sz="4800" b="1" dirty="0">
                <a:solidFill>
                  <a:schemeClr val="bg1"/>
                </a:solidFill>
              </a:rPr>
              <a:t>分钟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48C96D-99A3-EEF9-CBB4-33A75C31332B}"/>
              </a:ext>
            </a:extLst>
          </p:cNvPr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219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C6E0-77AC-3E81-3F01-B7684E6E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015C55-8640-EC4C-E986-F9553AA3A850}"/>
              </a:ext>
            </a:extLst>
          </p:cNvPr>
          <p:cNvSpPr txBox="1"/>
          <p:nvPr/>
        </p:nvSpPr>
        <p:spPr>
          <a:xfrm>
            <a:off x="5491508" y="2828835"/>
            <a:ext cx="120898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</a:rPr>
              <a:t>+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84F759-7994-8157-809A-4BB91F3D465D}"/>
              </a:ext>
            </a:extLst>
          </p:cNvPr>
          <p:cNvSpPr txBox="1"/>
          <p:nvPr/>
        </p:nvSpPr>
        <p:spPr>
          <a:xfrm>
            <a:off x="4157003" y="5686782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</a:t>
            </a:r>
            <a:r>
              <a:rPr lang="en-US" altLang="zh-CN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rest</a:t>
            </a:r>
          </a:p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结束后按空格键继续</a:t>
            </a:r>
            <a:endParaRPr lang="en-US" altLang="zh-CN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3AB2A-22DF-5D7E-AFEC-E4E5E054CD4B}"/>
              </a:ext>
            </a:extLst>
          </p:cNvPr>
          <p:cNvSpPr txBox="1"/>
          <p:nvPr/>
        </p:nvSpPr>
        <p:spPr>
          <a:xfrm>
            <a:off x="2955064" y="391894"/>
            <a:ext cx="66302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请保持头部不动</a:t>
            </a:r>
            <a:endParaRPr lang="en-US" altLang="zh-CN" sz="4000" dirty="0">
              <a:solidFill>
                <a:schemeClr val="bg1"/>
              </a:solidFill>
            </a:endParaRPr>
          </a:p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不要睡着</a:t>
            </a:r>
          </a:p>
        </p:txBody>
      </p:sp>
    </p:spTree>
    <p:extLst>
      <p:ext uri="{BB962C8B-B14F-4D97-AF65-F5344CB8AC3E}">
        <p14:creationId xmlns:p14="http://schemas.microsoft.com/office/powerpoint/2010/main" val="3017827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2EBA4-4933-3FD9-FCE3-E1B2590A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3D8B405-C4D7-7624-B39C-883CA0DD7EB5}"/>
              </a:ext>
            </a:extLst>
          </p:cNvPr>
          <p:cNvSpPr txBox="1"/>
          <p:nvPr/>
        </p:nvSpPr>
        <p:spPr>
          <a:xfrm>
            <a:off x="4473465" y="860868"/>
            <a:ext cx="346761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3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开门大吉</a:t>
            </a:r>
            <a:endParaRPr lang="en-US" altLang="zh-CN" sz="60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5</a:t>
            </a:r>
            <a:r>
              <a:rPr lang="zh-CN" altLang="en-US" sz="6000" b="1" dirty="0">
                <a:solidFill>
                  <a:schemeClr val="bg1"/>
                </a:solidFill>
              </a:rPr>
              <a:t>分钟</a:t>
            </a:r>
            <a:endParaRPr lang="en-US" altLang="zh-CN" sz="60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BAB2BB-C6A9-353F-150C-AB4EB037EC71}"/>
              </a:ext>
            </a:extLst>
          </p:cNvPr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482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D1B4-2AFD-1BB1-623A-9CE50AE78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6D16D25-FD5D-F16E-E299-AFA0F3E195F2}"/>
              </a:ext>
            </a:extLst>
          </p:cNvPr>
          <p:cNvSpPr txBox="1"/>
          <p:nvPr/>
        </p:nvSpPr>
        <p:spPr>
          <a:xfrm>
            <a:off x="2173609" y="3429000"/>
            <a:ext cx="80842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扫描医师：切换到开门大吉界面</a:t>
            </a:r>
            <a:endParaRPr lang="en-US" altLang="zh-CN" sz="44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05EFD9-C1B2-4F3B-86B7-8C778EF17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536"/>
          <a:stretch/>
        </p:blipFill>
        <p:spPr>
          <a:xfrm>
            <a:off x="4225432" y="4480846"/>
            <a:ext cx="4036999" cy="53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21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788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8E74-7BA5-A4CE-AB9E-CFFB5C71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6CFA6B-3F17-AF9A-E772-48CBBC767468}"/>
              </a:ext>
            </a:extLst>
          </p:cNvPr>
          <p:cNvSpPr txBox="1"/>
          <p:nvPr/>
        </p:nvSpPr>
        <p:spPr>
          <a:xfrm>
            <a:off x="3914280" y="991498"/>
            <a:ext cx="4673074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4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5000" b="1" dirty="0">
                <a:solidFill>
                  <a:schemeClr val="bg1"/>
                </a:solidFill>
              </a:rPr>
              <a:t>扫描即将开始</a:t>
            </a:r>
            <a:endParaRPr lang="en-US" altLang="zh-CN" sz="50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5000" b="1" dirty="0">
                <a:solidFill>
                  <a:schemeClr val="bg1"/>
                </a:solidFill>
              </a:rPr>
              <a:t>请保持头部不动</a:t>
            </a:r>
            <a:endParaRPr lang="en-US" altLang="zh-CN" sz="50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5000" b="1" dirty="0">
                <a:solidFill>
                  <a:schemeClr val="bg1"/>
                </a:solidFill>
              </a:rPr>
              <a:t>9</a:t>
            </a:r>
            <a:r>
              <a:rPr lang="zh-CN" altLang="en-US" sz="5000" b="1" dirty="0">
                <a:solidFill>
                  <a:schemeClr val="bg1"/>
                </a:solidFill>
              </a:rPr>
              <a:t>分钟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48C96D-99A3-EEF9-CBB4-33A75C31332B}"/>
              </a:ext>
            </a:extLst>
          </p:cNvPr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504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C6E0-77AC-3E81-3F01-B7684E6E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015C55-8640-EC4C-E986-F9553AA3A850}"/>
              </a:ext>
            </a:extLst>
          </p:cNvPr>
          <p:cNvSpPr txBox="1"/>
          <p:nvPr/>
        </p:nvSpPr>
        <p:spPr>
          <a:xfrm>
            <a:off x="5491508" y="2828835"/>
            <a:ext cx="120898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</a:rPr>
              <a:t>+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84F759-7994-8157-809A-4BB91F3D465D}"/>
              </a:ext>
            </a:extLst>
          </p:cNvPr>
          <p:cNvSpPr txBox="1"/>
          <p:nvPr/>
        </p:nvSpPr>
        <p:spPr>
          <a:xfrm>
            <a:off x="4157003" y="5686782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</a:t>
            </a:r>
            <a:r>
              <a:rPr lang="en-US" altLang="zh-CN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DTI</a:t>
            </a:r>
          </a:p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结束后按空格键继续</a:t>
            </a:r>
            <a:endParaRPr lang="en-US" altLang="zh-CN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3AB2A-22DF-5D7E-AFEC-E4E5E054CD4B}"/>
              </a:ext>
            </a:extLst>
          </p:cNvPr>
          <p:cNvSpPr txBox="1"/>
          <p:nvPr/>
        </p:nvSpPr>
        <p:spPr>
          <a:xfrm>
            <a:off x="2780893" y="1171218"/>
            <a:ext cx="66302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</a:rPr>
              <a:t>请保持头部不动</a:t>
            </a:r>
          </a:p>
        </p:txBody>
      </p:sp>
    </p:spTree>
    <p:extLst>
      <p:ext uri="{BB962C8B-B14F-4D97-AF65-F5344CB8AC3E}">
        <p14:creationId xmlns:p14="http://schemas.microsoft.com/office/powerpoint/2010/main" val="3117767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9B1E2B-5805-84F2-8746-1D14EC1F6481}"/>
              </a:ext>
            </a:extLst>
          </p:cNvPr>
          <p:cNvSpPr txBox="1"/>
          <p:nvPr/>
        </p:nvSpPr>
        <p:spPr>
          <a:xfrm>
            <a:off x="3233678" y="1621695"/>
            <a:ext cx="5724644" cy="3247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b="1" dirty="0">
                <a:solidFill>
                  <a:schemeClr val="bg1"/>
                </a:solidFill>
              </a:rPr>
              <a:t>所有扫描结束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7200" b="1" dirty="0">
                <a:solidFill>
                  <a:schemeClr val="bg1"/>
                </a:solidFill>
              </a:rPr>
              <a:t>请静等医师</a:t>
            </a:r>
            <a:endParaRPr lang="en-US" altLang="zh-CN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2644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0c17bdfb-7643-43a4-831f-ed20dfc5985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454</Words>
  <Application>Microsoft Office PowerPoint</Application>
  <PresentationFormat>宽屏</PresentationFormat>
  <Paragraphs>93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黑体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Changlin Bai</dc:creator>
  <cp:lastModifiedBy>wangkangcheng</cp:lastModifiedBy>
  <cp:revision>16</cp:revision>
  <dcterms:created xsi:type="dcterms:W3CDTF">2024-08-04T13:34:05Z</dcterms:created>
  <dcterms:modified xsi:type="dcterms:W3CDTF">2024-12-05T09:41:23Z</dcterms:modified>
</cp:coreProperties>
</file>