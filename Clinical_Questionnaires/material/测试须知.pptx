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919FFE-507D-4B84-B718-5251B5A64011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17B20-7CE6-4961-A7AF-A738CDE6AD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25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17B20-7CE6-4961-A7AF-A738CDE6AD0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418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5DD2B-099C-4A71-B037-9977D911E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0BDDB7-91CA-19A0-F761-FB4028CBE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7C210C-CC47-4B49-0007-4F7DCD286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FF4F0-8A9C-614D-5B29-3F635A09F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30E35-39DD-3E9C-DDEE-4F011A71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203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9CFD69-F053-7E07-4934-7C68BE029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FDAED8-545E-E0EC-7B7B-A8C57E9A9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627D51-FBA4-F54A-7E80-12FBDF97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61F4D3-1B0E-3DB6-3B14-2D8603BA2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6163E0-0BB5-6DDC-C1BF-9A3C2EAD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741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503A31-A853-C1B8-64F0-44043A84A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9ADE1FA-7386-9EF0-BD82-40710EEEA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8C84FB-9B87-1686-E779-D157D1B3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8524A-62A8-22D1-294E-F4A4C6CA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5A220-8290-3185-6D80-A48CBBBA8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459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D0B8F4-74CC-9AA7-D9C3-61ED096D2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0E731D-61C7-A149-93D7-3100AF7C9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1B91FA-8B32-DE20-F369-460C2B9A0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4BA509-12B2-20F8-79CC-A211DBAA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9C3659-D889-4BFE-E5E2-D0386C7C7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AC551A8-7836-FA1E-AA52-5320E5D0A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76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AD6DC9-9C38-A7B5-63FA-DDA08DC9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549EF6-AD3D-AAD2-1D0C-2F9C5F53A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C3EE52-07C4-C6EB-C3D9-CAE437B51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772178-FACE-305C-CF0D-D51D55389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58FD42-A7AD-527F-A5D8-1BC31479D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46427D-95BE-FB87-9DD2-9243C08A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396F2D-7C6D-E77A-3CF5-8F89A7083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C8A774-FB41-8213-4EC8-19357558D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912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818F7-B54B-DB5A-5777-3B8224B5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FD24229-4103-7391-044B-93AE494AA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A0BD41-D616-DB05-DD1B-48E392672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E9A4A4-683A-8CD5-5A1E-D58075093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94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C4EA78-DC48-0EFA-BA5E-7C5B9FE35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21BFEF-0A0C-23FB-B26D-7E86077F7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E0BA9D-971B-099D-4D44-64C18C0C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972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AFE2B-AA31-68CA-78CB-B212B67E1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EAE016-D47C-66DC-900B-BC46EAE71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5D3939-CE3F-81C2-DC78-7F4F4E204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B6EBCE-E803-2580-9E4C-B540846C2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5645545-216E-8FD3-BA1B-6CEEBE02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486127-ABA8-C146-31CE-709B184B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5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30286-22C3-C991-5704-D7D9D49A8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0BD144-5695-5A65-6761-DCFDD3B83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7ABBA8-C170-DE8B-2C18-EB3B78E7D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132F83-BA48-A2FA-7277-755DE858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519203-506B-5F7E-C3C8-BFDB467A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C6629A-1DB5-20FF-C887-96B2F2C49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627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09334-D5BE-E7DD-B991-3C266480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3C0612-062C-5C02-0429-73E2BB1DDC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8C9BFF-2CE4-D1BA-5D94-448D4762D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FFC83-83D4-F8EC-000C-8A83255B5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01CB94-214D-E0F4-2E7D-0B85FF52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35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324F1D-8353-C3F9-2641-8963754D4E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ADFC-81E5-B106-15D8-52772A4B9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5C847C-BB33-D445-A7B3-D18A1EBE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993857-3DEE-3E24-3E56-DC8E28EFD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6F714D-4214-C248-0084-6A9C55C6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80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E834A2-1A23-39C5-D51B-ECDD411B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9D8BA4-723B-9C73-8580-D5B361412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B9841-D45F-9B6E-AC1B-A40A6BD9DC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B9DBB-6A74-4DAB-977F-B659A11766B0}" type="datetimeFigureOut">
              <a:rPr lang="zh-CN" altLang="en-US" smtClean="0"/>
              <a:t>2024/12/18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F97E44-8C21-0D9A-9A5C-D55750213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6CFA75-C099-FF3E-E154-6DEEC43B1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11148-2B68-40B2-9310-0CDEBAF0D9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3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711484-CCC6-8D0E-F8C3-1D2E68849C78}"/>
              </a:ext>
            </a:extLst>
          </p:cNvPr>
          <p:cNvSpPr txBox="1"/>
          <p:nvPr/>
        </p:nvSpPr>
        <p:spPr>
          <a:xfrm>
            <a:off x="1234440" y="977906"/>
            <a:ext cx="9723120" cy="4759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00" b="1" dirty="0">
                <a:latin typeface="宋体" panose="02010600030101010101" pitchFamily="2" charset="-122"/>
                <a:ea typeface="宋体" panose="02010600030101010101" pitchFamily="2" charset="-122"/>
              </a:rPr>
              <a:t>评估须知</a:t>
            </a:r>
            <a:endParaRPr lang="en-US" altLang="zh-CN" sz="4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12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本评估共计</a:t>
            </a:r>
            <a:r>
              <a:rPr lang="en-US" altLang="zh-CN" sz="3200" dirty="0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分钟左右，包括两个方面（情绪状态和认知能力）。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>
                <a:latin typeface="宋体" panose="02010600030101010101" pitchFamily="2" charset="-122"/>
                <a:ea typeface="宋体" panose="02010600030101010101" pitchFamily="2" charset="-122"/>
              </a:rPr>
              <a:t>先进行情绪状态评估，再进行认知能力评估。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请您端坐于电脑桌前，评估过程中集中精力。如果需要起身，麻烦告知评估者。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如果明白了评估须知，请点击“确定”按钮。</a:t>
            </a:r>
          </a:p>
        </p:txBody>
      </p:sp>
    </p:spTree>
    <p:extLst>
      <p:ext uri="{BB962C8B-B14F-4D97-AF65-F5344CB8AC3E}">
        <p14:creationId xmlns:p14="http://schemas.microsoft.com/office/powerpoint/2010/main" val="590513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68</Words>
  <Application>Microsoft Office PowerPoint</Application>
  <PresentationFormat>宽屏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宋体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InspironDell</dc:creator>
  <cp:lastModifiedBy>以昊 张</cp:lastModifiedBy>
  <cp:revision>7</cp:revision>
  <dcterms:created xsi:type="dcterms:W3CDTF">2024-03-22T09:07:21Z</dcterms:created>
  <dcterms:modified xsi:type="dcterms:W3CDTF">2024-12-18T04:10:33Z</dcterms:modified>
</cp:coreProperties>
</file>