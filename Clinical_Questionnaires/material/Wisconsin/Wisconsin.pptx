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3" r:id="rId9"/>
    <p:sldId id="262" r:id="rId10"/>
    <p:sldId id="265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7468A-65DF-4922-BA45-C233622A52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6F1B1-EB8E-4252-9EE5-661CEE252C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736847" y="390617"/>
            <a:ext cx="1349406" cy="1669002"/>
            <a:chOff x="861134" y="506027"/>
            <a:chExt cx="1349406" cy="1669002"/>
          </a:xfrm>
        </p:grpSpPr>
        <p:sp>
          <p:nvSpPr>
            <p:cNvPr id="4" name="矩形 3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1025371" y="781236"/>
              <a:ext cx="426128" cy="399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椭圆 5"/>
            <p:cNvSpPr/>
            <p:nvPr/>
          </p:nvSpPr>
          <p:spPr>
            <a:xfrm>
              <a:off x="1615736" y="781236"/>
              <a:ext cx="426128" cy="399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椭圆 6"/>
            <p:cNvSpPr/>
            <p:nvPr/>
          </p:nvSpPr>
          <p:spPr>
            <a:xfrm>
              <a:off x="1025371" y="1455940"/>
              <a:ext cx="426128" cy="399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椭圆 7"/>
            <p:cNvSpPr/>
            <p:nvPr/>
          </p:nvSpPr>
          <p:spPr>
            <a:xfrm>
              <a:off x="1615736" y="1455940"/>
              <a:ext cx="426128" cy="399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318552" y="399497"/>
            <a:ext cx="1349406" cy="1669002"/>
            <a:chOff x="861134" y="506027"/>
            <a:chExt cx="1349406" cy="1669002"/>
          </a:xfrm>
        </p:grpSpPr>
        <p:sp>
          <p:nvSpPr>
            <p:cNvPr id="11" name="矩形 10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025371" y="781236"/>
              <a:ext cx="426128" cy="39949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椭圆 12"/>
            <p:cNvSpPr/>
            <p:nvPr/>
          </p:nvSpPr>
          <p:spPr>
            <a:xfrm>
              <a:off x="1615736" y="781236"/>
              <a:ext cx="426128" cy="39949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椭圆 13"/>
            <p:cNvSpPr/>
            <p:nvPr/>
          </p:nvSpPr>
          <p:spPr>
            <a:xfrm>
              <a:off x="1025371" y="1455940"/>
              <a:ext cx="426128" cy="39949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椭圆 14"/>
            <p:cNvSpPr/>
            <p:nvPr/>
          </p:nvSpPr>
          <p:spPr>
            <a:xfrm>
              <a:off x="1615736" y="1455940"/>
              <a:ext cx="426128" cy="39949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900257" y="390617"/>
            <a:ext cx="1349406" cy="1669002"/>
            <a:chOff x="861134" y="506027"/>
            <a:chExt cx="1349406" cy="1669002"/>
          </a:xfrm>
        </p:grpSpPr>
        <p:sp>
          <p:nvSpPr>
            <p:cNvPr id="17" name="矩形 16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025371" y="781236"/>
              <a:ext cx="426128" cy="39949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椭圆 18"/>
            <p:cNvSpPr/>
            <p:nvPr/>
          </p:nvSpPr>
          <p:spPr>
            <a:xfrm>
              <a:off x="1615736" y="781236"/>
              <a:ext cx="426128" cy="39949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椭圆 19"/>
            <p:cNvSpPr/>
            <p:nvPr/>
          </p:nvSpPr>
          <p:spPr>
            <a:xfrm>
              <a:off x="1025371" y="1455940"/>
              <a:ext cx="426128" cy="39949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椭圆 20"/>
            <p:cNvSpPr/>
            <p:nvPr/>
          </p:nvSpPr>
          <p:spPr>
            <a:xfrm>
              <a:off x="1615736" y="1455940"/>
              <a:ext cx="426128" cy="39949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481962" y="390617"/>
            <a:ext cx="1349406" cy="1669002"/>
            <a:chOff x="861134" y="506027"/>
            <a:chExt cx="1349406" cy="1669002"/>
          </a:xfrm>
        </p:grpSpPr>
        <p:sp>
          <p:nvSpPr>
            <p:cNvPr id="23" name="矩形 22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025371" y="781236"/>
              <a:ext cx="426128" cy="39949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+mj-lt"/>
                <a:buAutoNum type="arabicPeriod"/>
              </a:pPr>
              <a:endParaRPr lang="zh-CN" altLang="en-US" dirty="0"/>
            </a:p>
          </p:txBody>
        </p:sp>
        <p:sp>
          <p:nvSpPr>
            <p:cNvPr id="25" name="椭圆 24"/>
            <p:cNvSpPr/>
            <p:nvPr/>
          </p:nvSpPr>
          <p:spPr>
            <a:xfrm>
              <a:off x="1615736" y="781236"/>
              <a:ext cx="426128" cy="39949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椭圆 25"/>
            <p:cNvSpPr/>
            <p:nvPr/>
          </p:nvSpPr>
          <p:spPr>
            <a:xfrm>
              <a:off x="1025371" y="1455940"/>
              <a:ext cx="426128" cy="39949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椭圆 26"/>
            <p:cNvSpPr/>
            <p:nvPr/>
          </p:nvSpPr>
          <p:spPr>
            <a:xfrm>
              <a:off x="1615736" y="1455940"/>
              <a:ext cx="426128" cy="39949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36847" y="2451716"/>
            <a:ext cx="1349406" cy="1669002"/>
            <a:chOff x="861134" y="506027"/>
            <a:chExt cx="1349406" cy="1669002"/>
          </a:xfrm>
        </p:grpSpPr>
        <p:sp>
          <p:nvSpPr>
            <p:cNvPr id="29" name="矩形 28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1615736" y="781236"/>
              <a:ext cx="426128" cy="399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椭圆 31"/>
            <p:cNvSpPr/>
            <p:nvPr/>
          </p:nvSpPr>
          <p:spPr>
            <a:xfrm>
              <a:off x="1025371" y="1455940"/>
              <a:ext cx="426128" cy="399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318552" y="2460596"/>
            <a:ext cx="1349406" cy="1669002"/>
            <a:chOff x="861134" y="506027"/>
            <a:chExt cx="1349406" cy="1669002"/>
          </a:xfrm>
        </p:grpSpPr>
        <p:sp>
          <p:nvSpPr>
            <p:cNvPr id="35" name="矩形 34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1615736" y="781236"/>
              <a:ext cx="426128" cy="39949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椭圆 37"/>
            <p:cNvSpPr/>
            <p:nvPr/>
          </p:nvSpPr>
          <p:spPr>
            <a:xfrm>
              <a:off x="1025371" y="1455940"/>
              <a:ext cx="426128" cy="39949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900257" y="2451716"/>
            <a:ext cx="1349406" cy="1669002"/>
            <a:chOff x="861134" y="506027"/>
            <a:chExt cx="1349406" cy="1669002"/>
          </a:xfrm>
        </p:grpSpPr>
        <p:sp>
          <p:nvSpPr>
            <p:cNvPr id="41" name="矩形 40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1615736" y="781236"/>
              <a:ext cx="426128" cy="39949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椭圆 43"/>
            <p:cNvSpPr/>
            <p:nvPr/>
          </p:nvSpPr>
          <p:spPr>
            <a:xfrm>
              <a:off x="1025371" y="1455940"/>
              <a:ext cx="426128" cy="39949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481962" y="2451716"/>
            <a:ext cx="1349406" cy="1669002"/>
            <a:chOff x="861134" y="506027"/>
            <a:chExt cx="1349406" cy="1669002"/>
          </a:xfrm>
        </p:grpSpPr>
        <p:sp>
          <p:nvSpPr>
            <p:cNvPr id="47" name="矩形 46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1615736" y="781236"/>
              <a:ext cx="426128" cy="39949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椭圆 49"/>
            <p:cNvSpPr/>
            <p:nvPr/>
          </p:nvSpPr>
          <p:spPr>
            <a:xfrm>
              <a:off x="1025371" y="1455940"/>
              <a:ext cx="426128" cy="39949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736847" y="4532052"/>
            <a:ext cx="1349406" cy="1669002"/>
            <a:chOff x="861134" y="506027"/>
            <a:chExt cx="1349406" cy="1669002"/>
          </a:xfrm>
        </p:grpSpPr>
        <p:sp>
          <p:nvSpPr>
            <p:cNvPr id="53" name="矩形 52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1683798" y="664717"/>
              <a:ext cx="426128" cy="399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椭圆 55"/>
            <p:cNvSpPr/>
            <p:nvPr/>
          </p:nvSpPr>
          <p:spPr>
            <a:xfrm>
              <a:off x="918840" y="1664567"/>
              <a:ext cx="426128" cy="399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椭圆 56"/>
            <p:cNvSpPr/>
            <p:nvPr/>
          </p:nvSpPr>
          <p:spPr>
            <a:xfrm>
              <a:off x="1322773" y="1154105"/>
              <a:ext cx="426128" cy="399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2299320" y="4545376"/>
            <a:ext cx="1349406" cy="1669002"/>
            <a:chOff x="861134" y="506027"/>
            <a:chExt cx="1349406" cy="1669002"/>
          </a:xfrm>
        </p:grpSpPr>
        <p:sp>
          <p:nvSpPr>
            <p:cNvPr id="77" name="矩形 76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1683798" y="664717"/>
              <a:ext cx="426128" cy="39949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椭圆 78"/>
            <p:cNvSpPr/>
            <p:nvPr/>
          </p:nvSpPr>
          <p:spPr>
            <a:xfrm>
              <a:off x="940290" y="1651243"/>
              <a:ext cx="426128" cy="39949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椭圆 79"/>
            <p:cNvSpPr/>
            <p:nvPr/>
          </p:nvSpPr>
          <p:spPr>
            <a:xfrm>
              <a:off x="1322773" y="1154105"/>
              <a:ext cx="426128" cy="39949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3922455" y="4532052"/>
            <a:ext cx="1349406" cy="1669002"/>
            <a:chOff x="861134" y="506027"/>
            <a:chExt cx="1349406" cy="1669002"/>
          </a:xfrm>
        </p:grpSpPr>
        <p:sp>
          <p:nvSpPr>
            <p:cNvPr id="82" name="矩形 81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83" name="椭圆 82"/>
            <p:cNvSpPr/>
            <p:nvPr/>
          </p:nvSpPr>
          <p:spPr>
            <a:xfrm>
              <a:off x="1683798" y="664717"/>
              <a:ext cx="426128" cy="39949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椭圆 83"/>
            <p:cNvSpPr/>
            <p:nvPr/>
          </p:nvSpPr>
          <p:spPr>
            <a:xfrm>
              <a:off x="918840" y="1664567"/>
              <a:ext cx="426128" cy="39949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椭圆 84"/>
            <p:cNvSpPr/>
            <p:nvPr/>
          </p:nvSpPr>
          <p:spPr>
            <a:xfrm>
              <a:off x="1322773" y="1154105"/>
              <a:ext cx="426128" cy="39949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5481962" y="4532052"/>
            <a:ext cx="1349406" cy="1669002"/>
            <a:chOff x="861134" y="506027"/>
            <a:chExt cx="1349406" cy="1669002"/>
          </a:xfrm>
        </p:grpSpPr>
        <p:sp>
          <p:nvSpPr>
            <p:cNvPr id="87" name="矩形 86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88" name="椭圆 87"/>
            <p:cNvSpPr/>
            <p:nvPr/>
          </p:nvSpPr>
          <p:spPr>
            <a:xfrm>
              <a:off x="1683798" y="664717"/>
              <a:ext cx="426128" cy="39949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椭圆 88"/>
            <p:cNvSpPr/>
            <p:nvPr/>
          </p:nvSpPr>
          <p:spPr>
            <a:xfrm>
              <a:off x="918840" y="1664567"/>
              <a:ext cx="426128" cy="39949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椭圆 89"/>
            <p:cNvSpPr/>
            <p:nvPr/>
          </p:nvSpPr>
          <p:spPr>
            <a:xfrm>
              <a:off x="1322773" y="1154105"/>
              <a:ext cx="426128" cy="39949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7705811" y="1466298"/>
            <a:ext cx="1349406" cy="1669002"/>
            <a:chOff x="861134" y="506027"/>
            <a:chExt cx="1349406" cy="1669002"/>
          </a:xfrm>
        </p:grpSpPr>
        <p:sp>
          <p:nvSpPr>
            <p:cNvPr id="92" name="矩形 91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95" name="椭圆 94"/>
            <p:cNvSpPr/>
            <p:nvPr/>
          </p:nvSpPr>
          <p:spPr>
            <a:xfrm>
              <a:off x="1322773" y="1154105"/>
              <a:ext cx="426128" cy="399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9268284" y="1479622"/>
            <a:ext cx="1349406" cy="1669002"/>
            <a:chOff x="861134" y="506027"/>
            <a:chExt cx="1349406" cy="1669002"/>
          </a:xfrm>
        </p:grpSpPr>
        <p:sp>
          <p:nvSpPr>
            <p:cNvPr id="97" name="矩形 96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0" name="椭圆 99"/>
            <p:cNvSpPr/>
            <p:nvPr/>
          </p:nvSpPr>
          <p:spPr>
            <a:xfrm>
              <a:off x="1322773" y="1154105"/>
              <a:ext cx="426128" cy="39949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7739853" y="3551078"/>
            <a:ext cx="1349406" cy="1669002"/>
            <a:chOff x="861134" y="506027"/>
            <a:chExt cx="1349406" cy="1669002"/>
          </a:xfrm>
        </p:grpSpPr>
        <p:sp>
          <p:nvSpPr>
            <p:cNvPr id="102" name="矩形 101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5" name="椭圆 104"/>
            <p:cNvSpPr/>
            <p:nvPr/>
          </p:nvSpPr>
          <p:spPr>
            <a:xfrm>
              <a:off x="1322773" y="1154105"/>
              <a:ext cx="426128" cy="39949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9299360" y="3551078"/>
            <a:ext cx="1349406" cy="1669002"/>
            <a:chOff x="861134" y="506027"/>
            <a:chExt cx="1349406" cy="1669002"/>
          </a:xfrm>
        </p:grpSpPr>
        <p:sp>
          <p:nvSpPr>
            <p:cNvPr id="107" name="矩形 106"/>
            <p:cNvSpPr/>
            <p:nvPr/>
          </p:nvSpPr>
          <p:spPr>
            <a:xfrm>
              <a:off x="861134" y="50602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1322773" y="1154105"/>
              <a:ext cx="426128" cy="39949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54605" y="390617"/>
            <a:ext cx="1349406" cy="1669002"/>
            <a:chOff x="754605" y="390617"/>
            <a:chExt cx="1349406" cy="1669002"/>
          </a:xfrm>
        </p:grpSpPr>
        <p:sp>
          <p:nvSpPr>
            <p:cNvPr id="4" name="矩形 3"/>
            <p:cNvSpPr/>
            <p:nvPr/>
          </p:nvSpPr>
          <p:spPr>
            <a:xfrm>
              <a:off x="754605" y="39061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" name="十字形 4"/>
            <p:cNvSpPr/>
            <p:nvPr/>
          </p:nvSpPr>
          <p:spPr>
            <a:xfrm>
              <a:off x="918842" y="665826"/>
              <a:ext cx="426128" cy="399495"/>
            </a:xfrm>
            <a:prstGeom prst="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十字形 5"/>
            <p:cNvSpPr/>
            <p:nvPr/>
          </p:nvSpPr>
          <p:spPr>
            <a:xfrm>
              <a:off x="1509207" y="665826"/>
              <a:ext cx="426128" cy="399495"/>
            </a:xfrm>
            <a:prstGeom prst="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十字形 6"/>
            <p:cNvSpPr/>
            <p:nvPr/>
          </p:nvSpPr>
          <p:spPr>
            <a:xfrm>
              <a:off x="918842" y="1340530"/>
              <a:ext cx="426128" cy="399495"/>
            </a:xfrm>
            <a:prstGeom prst="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十字形 7"/>
            <p:cNvSpPr/>
            <p:nvPr/>
          </p:nvSpPr>
          <p:spPr>
            <a:xfrm>
              <a:off x="1509207" y="1340530"/>
              <a:ext cx="426128" cy="399495"/>
            </a:xfrm>
            <a:prstGeom prst="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336310" y="399497"/>
            <a:ext cx="1349406" cy="1669002"/>
            <a:chOff x="2336310" y="399497"/>
            <a:chExt cx="1349406" cy="1669002"/>
          </a:xfrm>
        </p:grpSpPr>
        <p:sp>
          <p:nvSpPr>
            <p:cNvPr id="11" name="矩形 10"/>
            <p:cNvSpPr/>
            <p:nvPr/>
          </p:nvSpPr>
          <p:spPr>
            <a:xfrm>
              <a:off x="2336310" y="39949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2" name="十字形 11"/>
            <p:cNvSpPr/>
            <p:nvPr/>
          </p:nvSpPr>
          <p:spPr>
            <a:xfrm>
              <a:off x="2500547" y="674706"/>
              <a:ext cx="426128" cy="399495"/>
            </a:xfrm>
            <a:prstGeom prst="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十字形 12"/>
            <p:cNvSpPr/>
            <p:nvPr/>
          </p:nvSpPr>
          <p:spPr>
            <a:xfrm>
              <a:off x="3090912" y="674706"/>
              <a:ext cx="426128" cy="399495"/>
            </a:xfrm>
            <a:prstGeom prst="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十字形 13"/>
            <p:cNvSpPr/>
            <p:nvPr/>
          </p:nvSpPr>
          <p:spPr>
            <a:xfrm>
              <a:off x="2500547" y="1349410"/>
              <a:ext cx="426128" cy="399495"/>
            </a:xfrm>
            <a:prstGeom prst="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十字形 14"/>
            <p:cNvSpPr/>
            <p:nvPr/>
          </p:nvSpPr>
          <p:spPr>
            <a:xfrm>
              <a:off x="3090912" y="1349410"/>
              <a:ext cx="426128" cy="399495"/>
            </a:xfrm>
            <a:prstGeom prst="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900257" y="390617"/>
            <a:ext cx="1349406" cy="1669002"/>
            <a:chOff x="3900257" y="390617"/>
            <a:chExt cx="1349406" cy="1669002"/>
          </a:xfrm>
        </p:grpSpPr>
        <p:sp>
          <p:nvSpPr>
            <p:cNvPr id="17" name="矩形 16"/>
            <p:cNvSpPr/>
            <p:nvPr/>
          </p:nvSpPr>
          <p:spPr>
            <a:xfrm>
              <a:off x="3900257" y="39061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8" name="十字形 17"/>
            <p:cNvSpPr/>
            <p:nvPr/>
          </p:nvSpPr>
          <p:spPr>
            <a:xfrm>
              <a:off x="4064494" y="665826"/>
              <a:ext cx="426128" cy="399495"/>
            </a:xfrm>
            <a:prstGeom prst="plus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十字形 18"/>
            <p:cNvSpPr/>
            <p:nvPr/>
          </p:nvSpPr>
          <p:spPr>
            <a:xfrm>
              <a:off x="4654859" y="665826"/>
              <a:ext cx="426128" cy="399495"/>
            </a:xfrm>
            <a:prstGeom prst="plus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十字形 19"/>
            <p:cNvSpPr/>
            <p:nvPr/>
          </p:nvSpPr>
          <p:spPr>
            <a:xfrm>
              <a:off x="4064494" y="1340530"/>
              <a:ext cx="426128" cy="399495"/>
            </a:xfrm>
            <a:prstGeom prst="plus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十字形 20"/>
            <p:cNvSpPr/>
            <p:nvPr/>
          </p:nvSpPr>
          <p:spPr>
            <a:xfrm>
              <a:off x="4654859" y="1340530"/>
              <a:ext cx="426128" cy="399495"/>
            </a:xfrm>
            <a:prstGeom prst="plus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481962" y="390617"/>
            <a:ext cx="1349406" cy="1669002"/>
            <a:chOff x="5481962" y="390617"/>
            <a:chExt cx="1349406" cy="1669002"/>
          </a:xfrm>
        </p:grpSpPr>
        <p:sp>
          <p:nvSpPr>
            <p:cNvPr id="23" name="矩形 22"/>
            <p:cNvSpPr/>
            <p:nvPr/>
          </p:nvSpPr>
          <p:spPr>
            <a:xfrm>
              <a:off x="5481962" y="39061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4" name="十字形 23"/>
            <p:cNvSpPr/>
            <p:nvPr/>
          </p:nvSpPr>
          <p:spPr>
            <a:xfrm>
              <a:off x="5646199" y="665826"/>
              <a:ext cx="426128" cy="399495"/>
            </a:xfrm>
            <a:prstGeom prst="plus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+mj-lt"/>
                <a:buAutoNum type="arabicPeriod"/>
              </a:pPr>
              <a:endParaRPr lang="zh-CN" altLang="en-US" dirty="0"/>
            </a:p>
          </p:txBody>
        </p:sp>
        <p:sp>
          <p:nvSpPr>
            <p:cNvPr id="25" name="十字形 24"/>
            <p:cNvSpPr/>
            <p:nvPr/>
          </p:nvSpPr>
          <p:spPr>
            <a:xfrm>
              <a:off x="6236564" y="665826"/>
              <a:ext cx="426128" cy="399495"/>
            </a:xfrm>
            <a:prstGeom prst="plus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十字形 25"/>
            <p:cNvSpPr/>
            <p:nvPr/>
          </p:nvSpPr>
          <p:spPr>
            <a:xfrm>
              <a:off x="5646199" y="1340530"/>
              <a:ext cx="426128" cy="399495"/>
            </a:xfrm>
            <a:prstGeom prst="plus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十字形 26"/>
            <p:cNvSpPr/>
            <p:nvPr/>
          </p:nvSpPr>
          <p:spPr>
            <a:xfrm>
              <a:off x="6236564" y="1340530"/>
              <a:ext cx="426128" cy="399495"/>
            </a:xfrm>
            <a:prstGeom prst="plus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736847" y="2451716"/>
            <a:ext cx="1349406" cy="1669002"/>
            <a:chOff x="736847" y="2451716"/>
            <a:chExt cx="1349406" cy="1669002"/>
          </a:xfrm>
        </p:grpSpPr>
        <p:sp>
          <p:nvSpPr>
            <p:cNvPr id="29" name="矩形 28"/>
            <p:cNvSpPr/>
            <p:nvPr/>
          </p:nvSpPr>
          <p:spPr>
            <a:xfrm>
              <a:off x="736847" y="245171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31" name="十字形 30"/>
            <p:cNvSpPr/>
            <p:nvPr/>
          </p:nvSpPr>
          <p:spPr>
            <a:xfrm>
              <a:off x="1491449" y="2726925"/>
              <a:ext cx="426128" cy="399495"/>
            </a:xfrm>
            <a:prstGeom prst="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十字形 31"/>
            <p:cNvSpPr/>
            <p:nvPr/>
          </p:nvSpPr>
          <p:spPr>
            <a:xfrm>
              <a:off x="901084" y="3401629"/>
              <a:ext cx="426128" cy="399495"/>
            </a:xfrm>
            <a:prstGeom prst="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318552" y="2460596"/>
            <a:ext cx="1349406" cy="1669002"/>
            <a:chOff x="2318552" y="2460596"/>
            <a:chExt cx="1349406" cy="1669002"/>
          </a:xfrm>
        </p:grpSpPr>
        <p:sp>
          <p:nvSpPr>
            <p:cNvPr id="35" name="矩形 34"/>
            <p:cNvSpPr/>
            <p:nvPr/>
          </p:nvSpPr>
          <p:spPr>
            <a:xfrm>
              <a:off x="2318552" y="246059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37" name="十字形 36"/>
            <p:cNvSpPr/>
            <p:nvPr/>
          </p:nvSpPr>
          <p:spPr>
            <a:xfrm>
              <a:off x="3073154" y="2735805"/>
              <a:ext cx="426128" cy="399495"/>
            </a:xfrm>
            <a:prstGeom prst="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十字形 37"/>
            <p:cNvSpPr/>
            <p:nvPr/>
          </p:nvSpPr>
          <p:spPr>
            <a:xfrm>
              <a:off x="2482789" y="3410509"/>
              <a:ext cx="426128" cy="399495"/>
            </a:xfrm>
            <a:prstGeom prst="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900257" y="2451716"/>
            <a:ext cx="1349406" cy="1669002"/>
            <a:chOff x="3900257" y="2451716"/>
            <a:chExt cx="1349406" cy="1669002"/>
          </a:xfrm>
        </p:grpSpPr>
        <p:sp>
          <p:nvSpPr>
            <p:cNvPr id="41" name="矩形 40"/>
            <p:cNvSpPr/>
            <p:nvPr/>
          </p:nvSpPr>
          <p:spPr>
            <a:xfrm>
              <a:off x="3900257" y="245171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43" name="十字形 42"/>
            <p:cNvSpPr/>
            <p:nvPr/>
          </p:nvSpPr>
          <p:spPr>
            <a:xfrm>
              <a:off x="4654859" y="2726925"/>
              <a:ext cx="426128" cy="399495"/>
            </a:xfrm>
            <a:prstGeom prst="plus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十字形 43"/>
            <p:cNvSpPr/>
            <p:nvPr/>
          </p:nvSpPr>
          <p:spPr>
            <a:xfrm>
              <a:off x="4064494" y="3401629"/>
              <a:ext cx="426128" cy="399495"/>
            </a:xfrm>
            <a:prstGeom prst="plus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5481962" y="2451716"/>
            <a:ext cx="1349406" cy="1669002"/>
            <a:chOff x="5481962" y="2451716"/>
            <a:chExt cx="1349406" cy="1669002"/>
          </a:xfrm>
        </p:grpSpPr>
        <p:sp>
          <p:nvSpPr>
            <p:cNvPr id="47" name="矩形 46"/>
            <p:cNvSpPr/>
            <p:nvPr/>
          </p:nvSpPr>
          <p:spPr>
            <a:xfrm>
              <a:off x="5481962" y="245171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49" name="十字形 48"/>
            <p:cNvSpPr/>
            <p:nvPr/>
          </p:nvSpPr>
          <p:spPr>
            <a:xfrm>
              <a:off x="6236564" y="2726925"/>
              <a:ext cx="426128" cy="399495"/>
            </a:xfrm>
            <a:prstGeom prst="plus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十字形 49"/>
            <p:cNvSpPr/>
            <p:nvPr/>
          </p:nvSpPr>
          <p:spPr>
            <a:xfrm>
              <a:off x="5646199" y="3401629"/>
              <a:ext cx="426128" cy="399495"/>
            </a:xfrm>
            <a:prstGeom prst="plus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36847" y="4532052"/>
            <a:ext cx="1349406" cy="1669002"/>
            <a:chOff x="736847" y="4532052"/>
            <a:chExt cx="1349406" cy="1669002"/>
          </a:xfrm>
        </p:grpSpPr>
        <p:sp>
          <p:nvSpPr>
            <p:cNvPr id="53" name="矩形 52"/>
            <p:cNvSpPr/>
            <p:nvPr/>
          </p:nvSpPr>
          <p:spPr>
            <a:xfrm>
              <a:off x="736847" y="4532052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5" name="十字形 54"/>
            <p:cNvSpPr/>
            <p:nvPr/>
          </p:nvSpPr>
          <p:spPr>
            <a:xfrm>
              <a:off x="1559511" y="4690742"/>
              <a:ext cx="426128" cy="399495"/>
            </a:xfrm>
            <a:prstGeom prst="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十字形 55"/>
            <p:cNvSpPr/>
            <p:nvPr/>
          </p:nvSpPr>
          <p:spPr>
            <a:xfrm>
              <a:off x="794553" y="5690592"/>
              <a:ext cx="426128" cy="399495"/>
            </a:xfrm>
            <a:prstGeom prst="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十字形 56"/>
            <p:cNvSpPr/>
            <p:nvPr/>
          </p:nvSpPr>
          <p:spPr>
            <a:xfrm>
              <a:off x="1198486" y="5180130"/>
              <a:ext cx="426128" cy="399495"/>
            </a:xfrm>
            <a:prstGeom prst="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2299320" y="4545376"/>
            <a:ext cx="1349406" cy="1669002"/>
            <a:chOff x="2299320" y="4545376"/>
            <a:chExt cx="1349406" cy="1669002"/>
          </a:xfrm>
        </p:grpSpPr>
        <p:sp>
          <p:nvSpPr>
            <p:cNvPr id="77" name="矩形 76"/>
            <p:cNvSpPr/>
            <p:nvPr/>
          </p:nvSpPr>
          <p:spPr>
            <a:xfrm>
              <a:off x="2299320" y="454537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78" name="十字形 77"/>
            <p:cNvSpPr/>
            <p:nvPr/>
          </p:nvSpPr>
          <p:spPr>
            <a:xfrm>
              <a:off x="3121984" y="4704066"/>
              <a:ext cx="426128" cy="399495"/>
            </a:xfrm>
            <a:prstGeom prst="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十字形 78"/>
            <p:cNvSpPr/>
            <p:nvPr/>
          </p:nvSpPr>
          <p:spPr>
            <a:xfrm>
              <a:off x="2378476" y="5690592"/>
              <a:ext cx="426128" cy="399495"/>
            </a:xfrm>
            <a:prstGeom prst="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十字形 79"/>
            <p:cNvSpPr/>
            <p:nvPr/>
          </p:nvSpPr>
          <p:spPr>
            <a:xfrm>
              <a:off x="2760959" y="5193454"/>
              <a:ext cx="426128" cy="399495"/>
            </a:xfrm>
            <a:prstGeom prst="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922455" y="4532052"/>
            <a:ext cx="1349406" cy="1669002"/>
            <a:chOff x="3922455" y="4532052"/>
            <a:chExt cx="1349406" cy="1669002"/>
          </a:xfrm>
        </p:grpSpPr>
        <p:sp>
          <p:nvSpPr>
            <p:cNvPr id="82" name="矩形 81"/>
            <p:cNvSpPr/>
            <p:nvPr/>
          </p:nvSpPr>
          <p:spPr>
            <a:xfrm>
              <a:off x="3922455" y="4532052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83" name="十字形 82"/>
            <p:cNvSpPr/>
            <p:nvPr/>
          </p:nvSpPr>
          <p:spPr>
            <a:xfrm>
              <a:off x="4745119" y="4690742"/>
              <a:ext cx="426128" cy="399495"/>
            </a:xfrm>
            <a:prstGeom prst="plus">
              <a:avLst/>
            </a:prstGeom>
            <a:solidFill>
              <a:srgbClr val="00B05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十字形 83"/>
            <p:cNvSpPr/>
            <p:nvPr/>
          </p:nvSpPr>
          <p:spPr>
            <a:xfrm>
              <a:off x="3980161" y="5690592"/>
              <a:ext cx="426128" cy="399495"/>
            </a:xfrm>
            <a:prstGeom prst="plus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十字形 84"/>
            <p:cNvSpPr/>
            <p:nvPr/>
          </p:nvSpPr>
          <p:spPr>
            <a:xfrm>
              <a:off x="4384094" y="5180130"/>
              <a:ext cx="426128" cy="399495"/>
            </a:xfrm>
            <a:prstGeom prst="plus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481962" y="4532052"/>
            <a:ext cx="1349406" cy="1669002"/>
            <a:chOff x="5481962" y="4532052"/>
            <a:chExt cx="1349406" cy="1669002"/>
          </a:xfrm>
        </p:grpSpPr>
        <p:sp>
          <p:nvSpPr>
            <p:cNvPr id="87" name="矩形 86"/>
            <p:cNvSpPr/>
            <p:nvPr/>
          </p:nvSpPr>
          <p:spPr>
            <a:xfrm>
              <a:off x="5481962" y="4532052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88" name="十字形 87"/>
            <p:cNvSpPr/>
            <p:nvPr/>
          </p:nvSpPr>
          <p:spPr>
            <a:xfrm>
              <a:off x="6304626" y="4690742"/>
              <a:ext cx="426128" cy="399495"/>
            </a:xfrm>
            <a:prstGeom prst="plus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十字形 88"/>
            <p:cNvSpPr/>
            <p:nvPr/>
          </p:nvSpPr>
          <p:spPr>
            <a:xfrm>
              <a:off x="5539668" y="5690592"/>
              <a:ext cx="426128" cy="399495"/>
            </a:xfrm>
            <a:prstGeom prst="plus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十字形 89"/>
            <p:cNvSpPr/>
            <p:nvPr/>
          </p:nvSpPr>
          <p:spPr>
            <a:xfrm>
              <a:off x="5943601" y="5180130"/>
              <a:ext cx="426128" cy="399495"/>
            </a:xfrm>
            <a:prstGeom prst="plus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705811" y="1466298"/>
            <a:ext cx="1349406" cy="1669002"/>
            <a:chOff x="7705811" y="1466298"/>
            <a:chExt cx="1349406" cy="1669002"/>
          </a:xfrm>
        </p:grpSpPr>
        <p:sp>
          <p:nvSpPr>
            <p:cNvPr id="92" name="矩形 91"/>
            <p:cNvSpPr/>
            <p:nvPr/>
          </p:nvSpPr>
          <p:spPr>
            <a:xfrm>
              <a:off x="7705811" y="1466298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95" name="十字形 94"/>
            <p:cNvSpPr/>
            <p:nvPr/>
          </p:nvSpPr>
          <p:spPr>
            <a:xfrm>
              <a:off x="8167450" y="2114376"/>
              <a:ext cx="426128" cy="399495"/>
            </a:xfrm>
            <a:prstGeom prst="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268284" y="1479622"/>
            <a:ext cx="1349406" cy="1669002"/>
            <a:chOff x="9268284" y="1479622"/>
            <a:chExt cx="1349406" cy="1669002"/>
          </a:xfrm>
        </p:grpSpPr>
        <p:sp>
          <p:nvSpPr>
            <p:cNvPr id="97" name="矩形 96"/>
            <p:cNvSpPr/>
            <p:nvPr/>
          </p:nvSpPr>
          <p:spPr>
            <a:xfrm>
              <a:off x="9268284" y="1479622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0" name="十字形 99"/>
            <p:cNvSpPr/>
            <p:nvPr/>
          </p:nvSpPr>
          <p:spPr>
            <a:xfrm>
              <a:off x="9729923" y="2127700"/>
              <a:ext cx="426128" cy="399495"/>
            </a:xfrm>
            <a:prstGeom prst="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7739853" y="3551078"/>
            <a:ext cx="1349406" cy="1669002"/>
            <a:chOff x="7739853" y="3551078"/>
            <a:chExt cx="1349406" cy="1669002"/>
          </a:xfrm>
        </p:grpSpPr>
        <p:sp>
          <p:nvSpPr>
            <p:cNvPr id="102" name="矩形 101"/>
            <p:cNvSpPr/>
            <p:nvPr/>
          </p:nvSpPr>
          <p:spPr>
            <a:xfrm>
              <a:off x="7739853" y="3551078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5" name="十字形 104"/>
            <p:cNvSpPr/>
            <p:nvPr/>
          </p:nvSpPr>
          <p:spPr>
            <a:xfrm>
              <a:off x="8201492" y="4199156"/>
              <a:ext cx="426128" cy="399495"/>
            </a:xfrm>
            <a:prstGeom prst="plus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9299360" y="3551078"/>
            <a:ext cx="1349406" cy="1669002"/>
            <a:chOff x="9299360" y="3551078"/>
            <a:chExt cx="1349406" cy="1669002"/>
          </a:xfrm>
        </p:grpSpPr>
        <p:sp>
          <p:nvSpPr>
            <p:cNvPr id="107" name="矩形 106"/>
            <p:cNvSpPr/>
            <p:nvPr/>
          </p:nvSpPr>
          <p:spPr>
            <a:xfrm>
              <a:off x="9299360" y="3551078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10" name="十字形 109"/>
            <p:cNvSpPr/>
            <p:nvPr/>
          </p:nvSpPr>
          <p:spPr>
            <a:xfrm>
              <a:off x="9760999" y="4199156"/>
              <a:ext cx="426128" cy="399495"/>
            </a:xfrm>
            <a:prstGeom prst="plus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36847" y="390617"/>
            <a:ext cx="1349406" cy="1669002"/>
            <a:chOff x="736847" y="390617"/>
            <a:chExt cx="1349406" cy="1669002"/>
          </a:xfrm>
        </p:grpSpPr>
        <p:sp>
          <p:nvSpPr>
            <p:cNvPr id="4" name="矩形 3"/>
            <p:cNvSpPr/>
            <p:nvPr/>
          </p:nvSpPr>
          <p:spPr>
            <a:xfrm>
              <a:off x="736847" y="39061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" name="等腰三角形 4"/>
            <p:cNvSpPr/>
            <p:nvPr/>
          </p:nvSpPr>
          <p:spPr>
            <a:xfrm>
              <a:off x="901084" y="665826"/>
              <a:ext cx="426128" cy="399495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等腰三角形 5"/>
            <p:cNvSpPr/>
            <p:nvPr/>
          </p:nvSpPr>
          <p:spPr>
            <a:xfrm>
              <a:off x="1491449" y="665826"/>
              <a:ext cx="426128" cy="399495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等腰三角形 6"/>
            <p:cNvSpPr/>
            <p:nvPr/>
          </p:nvSpPr>
          <p:spPr>
            <a:xfrm>
              <a:off x="901084" y="1340530"/>
              <a:ext cx="426128" cy="399495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1491449" y="1340530"/>
              <a:ext cx="426128" cy="399495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318552" y="399497"/>
            <a:ext cx="1349406" cy="1669002"/>
            <a:chOff x="2318552" y="399497"/>
            <a:chExt cx="1349406" cy="1669002"/>
          </a:xfrm>
        </p:grpSpPr>
        <p:sp>
          <p:nvSpPr>
            <p:cNvPr id="11" name="矩形 10"/>
            <p:cNvSpPr/>
            <p:nvPr/>
          </p:nvSpPr>
          <p:spPr>
            <a:xfrm>
              <a:off x="2318552" y="39949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2482789" y="674706"/>
              <a:ext cx="426128" cy="399495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3073154" y="674706"/>
              <a:ext cx="426128" cy="399495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2482789" y="1349410"/>
              <a:ext cx="426128" cy="399495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等腰三角形 14"/>
            <p:cNvSpPr/>
            <p:nvPr/>
          </p:nvSpPr>
          <p:spPr>
            <a:xfrm>
              <a:off x="3073154" y="1349410"/>
              <a:ext cx="426128" cy="399495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900257" y="390617"/>
            <a:ext cx="1349406" cy="1669002"/>
            <a:chOff x="3900257" y="390617"/>
            <a:chExt cx="1349406" cy="1669002"/>
          </a:xfrm>
        </p:grpSpPr>
        <p:sp>
          <p:nvSpPr>
            <p:cNvPr id="17" name="矩形 16"/>
            <p:cNvSpPr/>
            <p:nvPr/>
          </p:nvSpPr>
          <p:spPr>
            <a:xfrm>
              <a:off x="3900257" y="39061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>
              <a:off x="4064494" y="665826"/>
              <a:ext cx="426128" cy="399495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等腰三角形 18"/>
            <p:cNvSpPr/>
            <p:nvPr/>
          </p:nvSpPr>
          <p:spPr>
            <a:xfrm>
              <a:off x="4654859" y="665826"/>
              <a:ext cx="426128" cy="399495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4064494" y="1340530"/>
              <a:ext cx="426128" cy="399495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等腰三角形 20"/>
            <p:cNvSpPr/>
            <p:nvPr/>
          </p:nvSpPr>
          <p:spPr>
            <a:xfrm>
              <a:off x="4654859" y="1340530"/>
              <a:ext cx="426128" cy="399495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481962" y="390617"/>
            <a:ext cx="1349406" cy="1669002"/>
            <a:chOff x="5481962" y="390617"/>
            <a:chExt cx="1349406" cy="1669002"/>
          </a:xfrm>
        </p:grpSpPr>
        <p:sp>
          <p:nvSpPr>
            <p:cNvPr id="23" name="矩形 22"/>
            <p:cNvSpPr/>
            <p:nvPr/>
          </p:nvSpPr>
          <p:spPr>
            <a:xfrm>
              <a:off x="5481962" y="39061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4" name="等腰三角形 23"/>
            <p:cNvSpPr/>
            <p:nvPr/>
          </p:nvSpPr>
          <p:spPr>
            <a:xfrm>
              <a:off x="5646199" y="665826"/>
              <a:ext cx="426128" cy="399495"/>
            </a:xfrm>
            <a:prstGeom prst="triangl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+mj-lt"/>
                <a:buAutoNum type="arabicPeriod"/>
              </a:pPr>
              <a:endParaRPr lang="zh-CN" altLang="en-US" dirty="0"/>
            </a:p>
          </p:txBody>
        </p:sp>
        <p:sp>
          <p:nvSpPr>
            <p:cNvPr id="25" name="等腰三角形 24"/>
            <p:cNvSpPr/>
            <p:nvPr/>
          </p:nvSpPr>
          <p:spPr>
            <a:xfrm>
              <a:off x="6236564" y="665826"/>
              <a:ext cx="426128" cy="399495"/>
            </a:xfrm>
            <a:prstGeom prst="triangl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等腰三角形 25"/>
            <p:cNvSpPr/>
            <p:nvPr/>
          </p:nvSpPr>
          <p:spPr>
            <a:xfrm>
              <a:off x="5646199" y="1340530"/>
              <a:ext cx="426128" cy="399495"/>
            </a:xfrm>
            <a:prstGeom prst="triangl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等腰三角形 26"/>
            <p:cNvSpPr/>
            <p:nvPr/>
          </p:nvSpPr>
          <p:spPr>
            <a:xfrm>
              <a:off x="6236564" y="1340530"/>
              <a:ext cx="426128" cy="399495"/>
            </a:xfrm>
            <a:prstGeom prst="triangl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36847" y="2451716"/>
            <a:ext cx="1349406" cy="1669002"/>
            <a:chOff x="736847" y="2451716"/>
            <a:chExt cx="1349406" cy="1669002"/>
          </a:xfrm>
        </p:grpSpPr>
        <p:sp>
          <p:nvSpPr>
            <p:cNvPr id="29" name="矩形 28"/>
            <p:cNvSpPr/>
            <p:nvPr/>
          </p:nvSpPr>
          <p:spPr>
            <a:xfrm>
              <a:off x="736847" y="245171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>
              <a:off x="1491449" y="2726925"/>
              <a:ext cx="426128" cy="399495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等腰三角形 31"/>
            <p:cNvSpPr/>
            <p:nvPr/>
          </p:nvSpPr>
          <p:spPr>
            <a:xfrm>
              <a:off x="901084" y="3401629"/>
              <a:ext cx="426128" cy="399495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318552" y="2460596"/>
            <a:ext cx="1349406" cy="1669002"/>
            <a:chOff x="2318552" y="2460596"/>
            <a:chExt cx="1349406" cy="1669002"/>
          </a:xfrm>
        </p:grpSpPr>
        <p:sp>
          <p:nvSpPr>
            <p:cNvPr id="35" name="矩形 34"/>
            <p:cNvSpPr/>
            <p:nvPr/>
          </p:nvSpPr>
          <p:spPr>
            <a:xfrm>
              <a:off x="2318552" y="246059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37" name="等腰三角形 36"/>
            <p:cNvSpPr/>
            <p:nvPr/>
          </p:nvSpPr>
          <p:spPr>
            <a:xfrm>
              <a:off x="3073154" y="2735805"/>
              <a:ext cx="426128" cy="399495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等腰三角形 37"/>
            <p:cNvSpPr/>
            <p:nvPr/>
          </p:nvSpPr>
          <p:spPr>
            <a:xfrm>
              <a:off x="2482789" y="3410509"/>
              <a:ext cx="426128" cy="399495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900257" y="2451716"/>
            <a:ext cx="1349406" cy="1669002"/>
            <a:chOff x="3900257" y="2451716"/>
            <a:chExt cx="1349406" cy="1669002"/>
          </a:xfrm>
        </p:grpSpPr>
        <p:sp>
          <p:nvSpPr>
            <p:cNvPr id="41" name="矩形 40"/>
            <p:cNvSpPr/>
            <p:nvPr/>
          </p:nvSpPr>
          <p:spPr>
            <a:xfrm>
              <a:off x="3900257" y="245171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43" name="等腰三角形 42"/>
            <p:cNvSpPr/>
            <p:nvPr/>
          </p:nvSpPr>
          <p:spPr>
            <a:xfrm>
              <a:off x="4654859" y="2726925"/>
              <a:ext cx="426128" cy="399495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等腰三角形 43"/>
            <p:cNvSpPr/>
            <p:nvPr/>
          </p:nvSpPr>
          <p:spPr>
            <a:xfrm>
              <a:off x="4064494" y="3401629"/>
              <a:ext cx="426128" cy="399495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481962" y="2451716"/>
            <a:ext cx="1349406" cy="1669002"/>
            <a:chOff x="5481962" y="2451716"/>
            <a:chExt cx="1349406" cy="1669002"/>
          </a:xfrm>
        </p:grpSpPr>
        <p:sp>
          <p:nvSpPr>
            <p:cNvPr id="47" name="矩形 46"/>
            <p:cNvSpPr/>
            <p:nvPr/>
          </p:nvSpPr>
          <p:spPr>
            <a:xfrm>
              <a:off x="5481962" y="245171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6236564" y="2726925"/>
              <a:ext cx="426128" cy="399495"/>
            </a:xfrm>
            <a:prstGeom prst="triangl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等腰三角形 49"/>
            <p:cNvSpPr/>
            <p:nvPr/>
          </p:nvSpPr>
          <p:spPr>
            <a:xfrm>
              <a:off x="5646199" y="3401629"/>
              <a:ext cx="426128" cy="399495"/>
            </a:xfrm>
            <a:prstGeom prst="triangl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36847" y="4532052"/>
            <a:ext cx="1349406" cy="1669002"/>
            <a:chOff x="736847" y="4532052"/>
            <a:chExt cx="1349406" cy="1669002"/>
          </a:xfrm>
        </p:grpSpPr>
        <p:sp>
          <p:nvSpPr>
            <p:cNvPr id="53" name="矩形 52"/>
            <p:cNvSpPr/>
            <p:nvPr/>
          </p:nvSpPr>
          <p:spPr>
            <a:xfrm>
              <a:off x="736847" y="4532052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5" name="等腰三角形 54"/>
            <p:cNvSpPr/>
            <p:nvPr/>
          </p:nvSpPr>
          <p:spPr>
            <a:xfrm>
              <a:off x="1559511" y="4690742"/>
              <a:ext cx="426128" cy="399495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等腰三角形 55"/>
            <p:cNvSpPr/>
            <p:nvPr/>
          </p:nvSpPr>
          <p:spPr>
            <a:xfrm>
              <a:off x="794553" y="5690592"/>
              <a:ext cx="426128" cy="399495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等腰三角形 56"/>
            <p:cNvSpPr/>
            <p:nvPr/>
          </p:nvSpPr>
          <p:spPr>
            <a:xfrm>
              <a:off x="1198486" y="5180130"/>
              <a:ext cx="426128" cy="399495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2299320" y="4545376"/>
            <a:ext cx="1349406" cy="1669002"/>
            <a:chOff x="2299320" y="4545376"/>
            <a:chExt cx="1349406" cy="1669002"/>
          </a:xfrm>
        </p:grpSpPr>
        <p:sp>
          <p:nvSpPr>
            <p:cNvPr id="77" name="矩形 76"/>
            <p:cNvSpPr/>
            <p:nvPr/>
          </p:nvSpPr>
          <p:spPr>
            <a:xfrm>
              <a:off x="2299320" y="454537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78" name="等腰三角形 77"/>
            <p:cNvSpPr/>
            <p:nvPr/>
          </p:nvSpPr>
          <p:spPr>
            <a:xfrm>
              <a:off x="3121984" y="4704066"/>
              <a:ext cx="426128" cy="399495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等腰三角形 78"/>
            <p:cNvSpPr/>
            <p:nvPr/>
          </p:nvSpPr>
          <p:spPr>
            <a:xfrm>
              <a:off x="2378476" y="5690592"/>
              <a:ext cx="426128" cy="399495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等腰三角形 79"/>
            <p:cNvSpPr/>
            <p:nvPr/>
          </p:nvSpPr>
          <p:spPr>
            <a:xfrm>
              <a:off x="2760959" y="5193454"/>
              <a:ext cx="426128" cy="399495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3922455" y="4532052"/>
            <a:ext cx="1349406" cy="1669002"/>
            <a:chOff x="3922455" y="4532052"/>
            <a:chExt cx="1349406" cy="1669002"/>
          </a:xfrm>
        </p:grpSpPr>
        <p:sp>
          <p:nvSpPr>
            <p:cNvPr id="82" name="矩形 81"/>
            <p:cNvSpPr/>
            <p:nvPr/>
          </p:nvSpPr>
          <p:spPr>
            <a:xfrm>
              <a:off x="3922455" y="4532052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83" name="等腰三角形 82"/>
            <p:cNvSpPr/>
            <p:nvPr/>
          </p:nvSpPr>
          <p:spPr>
            <a:xfrm>
              <a:off x="4745119" y="4690742"/>
              <a:ext cx="426128" cy="399495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等腰三角形 83"/>
            <p:cNvSpPr/>
            <p:nvPr/>
          </p:nvSpPr>
          <p:spPr>
            <a:xfrm>
              <a:off x="3980161" y="5690592"/>
              <a:ext cx="426128" cy="399495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等腰三角形 84"/>
            <p:cNvSpPr/>
            <p:nvPr/>
          </p:nvSpPr>
          <p:spPr>
            <a:xfrm>
              <a:off x="4384094" y="5180130"/>
              <a:ext cx="426128" cy="399495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481962" y="4532052"/>
            <a:ext cx="1349406" cy="1669002"/>
            <a:chOff x="5481962" y="4532052"/>
            <a:chExt cx="1349406" cy="1669002"/>
          </a:xfrm>
        </p:grpSpPr>
        <p:sp>
          <p:nvSpPr>
            <p:cNvPr id="87" name="矩形 86"/>
            <p:cNvSpPr/>
            <p:nvPr/>
          </p:nvSpPr>
          <p:spPr>
            <a:xfrm>
              <a:off x="5481962" y="4532052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88" name="等腰三角形 87"/>
            <p:cNvSpPr/>
            <p:nvPr/>
          </p:nvSpPr>
          <p:spPr>
            <a:xfrm>
              <a:off x="6304626" y="4690742"/>
              <a:ext cx="426128" cy="399495"/>
            </a:xfrm>
            <a:prstGeom prst="triangl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等腰三角形 88"/>
            <p:cNvSpPr/>
            <p:nvPr/>
          </p:nvSpPr>
          <p:spPr>
            <a:xfrm>
              <a:off x="5539668" y="5690592"/>
              <a:ext cx="426128" cy="399495"/>
            </a:xfrm>
            <a:prstGeom prst="triangl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等腰三角形 89"/>
            <p:cNvSpPr/>
            <p:nvPr/>
          </p:nvSpPr>
          <p:spPr>
            <a:xfrm>
              <a:off x="5943601" y="5180130"/>
              <a:ext cx="426128" cy="399495"/>
            </a:xfrm>
            <a:prstGeom prst="triangl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705811" y="1466298"/>
            <a:ext cx="1349406" cy="1669002"/>
            <a:chOff x="7705811" y="1466298"/>
            <a:chExt cx="1349406" cy="1669002"/>
          </a:xfrm>
        </p:grpSpPr>
        <p:sp>
          <p:nvSpPr>
            <p:cNvPr id="92" name="矩形 91"/>
            <p:cNvSpPr/>
            <p:nvPr/>
          </p:nvSpPr>
          <p:spPr>
            <a:xfrm>
              <a:off x="7705811" y="1466298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95" name="等腰三角形 94"/>
            <p:cNvSpPr/>
            <p:nvPr/>
          </p:nvSpPr>
          <p:spPr>
            <a:xfrm>
              <a:off x="8167450" y="2114376"/>
              <a:ext cx="426128" cy="399495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9268284" y="1479622"/>
            <a:ext cx="1349406" cy="1669002"/>
            <a:chOff x="9268284" y="1479622"/>
            <a:chExt cx="1349406" cy="1669002"/>
          </a:xfrm>
        </p:grpSpPr>
        <p:sp>
          <p:nvSpPr>
            <p:cNvPr id="97" name="矩形 96"/>
            <p:cNvSpPr/>
            <p:nvPr/>
          </p:nvSpPr>
          <p:spPr>
            <a:xfrm>
              <a:off x="9268284" y="1479622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0" name="等腰三角形 99"/>
            <p:cNvSpPr/>
            <p:nvPr/>
          </p:nvSpPr>
          <p:spPr>
            <a:xfrm>
              <a:off x="9729923" y="2127700"/>
              <a:ext cx="426128" cy="399495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7739853" y="3551078"/>
            <a:ext cx="1349406" cy="1669002"/>
            <a:chOff x="7739853" y="3551078"/>
            <a:chExt cx="1349406" cy="1669002"/>
          </a:xfrm>
        </p:grpSpPr>
        <p:sp>
          <p:nvSpPr>
            <p:cNvPr id="102" name="矩形 101"/>
            <p:cNvSpPr/>
            <p:nvPr/>
          </p:nvSpPr>
          <p:spPr>
            <a:xfrm>
              <a:off x="7739853" y="3551078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5" name="等腰三角形 104"/>
            <p:cNvSpPr/>
            <p:nvPr/>
          </p:nvSpPr>
          <p:spPr>
            <a:xfrm>
              <a:off x="8201492" y="4199156"/>
              <a:ext cx="426128" cy="399495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9299360" y="3551078"/>
            <a:ext cx="1349406" cy="1669002"/>
            <a:chOff x="9299360" y="3551078"/>
            <a:chExt cx="1349406" cy="1669002"/>
          </a:xfrm>
        </p:grpSpPr>
        <p:sp>
          <p:nvSpPr>
            <p:cNvPr id="107" name="矩形 106"/>
            <p:cNvSpPr/>
            <p:nvPr/>
          </p:nvSpPr>
          <p:spPr>
            <a:xfrm>
              <a:off x="9299360" y="3551078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10" name="等腰三角形 109"/>
            <p:cNvSpPr/>
            <p:nvPr/>
          </p:nvSpPr>
          <p:spPr>
            <a:xfrm>
              <a:off x="9760999" y="4199156"/>
              <a:ext cx="426128" cy="399495"/>
            </a:xfrm>
            <a:prstGeom prst="triangl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36847" y="390617"/>
            <a:ext cx="1349406" cy="1669002"/>
            <a:chOff x="736847" y="390617"/>
            <a:chExt cx="1349406" cy="1669002"/>
          </a:xfrm>
        </p:grpSpPr>
        <p:sp>
          <p:nvSpPr>
            <p:cNvPr id="4" name="矩形 3"/>
            <p:cNvSpPr/>
            <p:nvPr/>
          </p:nvSpPr>
          <p:spPr>
            <a:xfrm>
              <a:off x="736847" y="39061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" name="星形: 五角 4"/>
            <p:cNvSpPr/>
            <p:nvPr/>
          </p:nvSpPr>
          <p:spPr>
            <a:xfrm>
              <a:off x="901084" y="665826"/>
              <a:ext cx="426128" cy="399495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星形: 五角 5"/>
            <p:cNvSpPr/>
            <p:nvPr/>
          </p:nvSpPr>
          <p:spPr>
            <a:xfrm>
              <a:off x="1491449" y="665826"/>
              <a:ext cx="426128" cy="399495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星形: 五角 6"/>
            <p:cNvSpPr/>
            <p:nvPr/>
          </p:nvSpPr>
          <p:spPr>
            <a:xfrm>
              <a:off x="901084" y="1340530"/>
              <a:ext cx="426128" cy="399495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星形: 五角 7"/>
            <p:cNvSpPr/>
            <p:nvPr/>
          </p:nvSpPr>
          <p:spPr>
            <a:xfrm>
              <a:off x="1491449" y="1340530"/>
              <a:ext cx="426128" cy="399495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318552" y="399497"/>
            <a:ext cx="1349406" cy="1669002"/>
            <a:chOff x="2318552" y="399497"/>
            <a:chExt cx="1349406" cy="1669002"/>
          </a:xfrm>
        </p:grpSpPr>
        <p:sp>
          <p:nvSpPr>
            <p:cNvPr id="11" name="矩形 10"/>
            <p:cNvSpPr/>
            <p:nvPr/>
          </p:nvSpPr>
          <p:spPr>
            <a:xfrm>
              <a:off x="2318552" y="39949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2" name="星形: 五角 11"/>
            <p:cNvSpPr/>
            <p:nvPr/>
          </p:nvSpPr>
          <p:spPr>
            <a:xfrm>
              <a:off x="2482789" y="674706"/>
              <a:ext cx="426128" cy="399495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星形: 五角 12"/>
            <p:cNvSpPr/>
            <p:nvPr/>
          </p:nvSpPr>
          <p:spPr>
            <a:xfrm>
              <a:off x="3073154" y="674706"/>
              <a:ext cx="426128" cy="399495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星形: 五角 13"/>
            <p:cNvSpPr/>
            <p:nvPr/>
          </p:nvSpPr>
          <p:spPr>
            <a:xfrm>
              <a:off x="2482789" y="1349410"/>
              <a:ext cx="426128" cy="399495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星形: 五角 14"/>
            <p:cNvSpPr/>
            <p:nvPr/>
          </p:nvSpPr>
          <p:spPr>
            <a:xfrm>
              <a:off x="3073154" y="1349410"/>
              <a:ext cx="426128" cy="399495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900257" y="390617"/>
            <a:ext cx="1349406" cy="1669002"/>
            <a:chOff x="3900257" y="390617"/>
            <a:chExt cx="1349406" cy="1669002"/>
          </a:xfrm>
        </p:grpSpPr>
        <p:sp>
          <p:nvSpPr>
            <p:cNvPr id="17" name="矩形 16"/>
            <p:cNvSpPr/>
            <p:nvPr/>
          </p:nvSpPr>
          <p:spPr>
            <a:xfrm>
              <a:off x="3900257" y="39061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8" name="星形: 五角 17"/>
            <p:cNvSpPr/>
            <p:nvPr/>
          </p:nvSpPr>
          <p:spPr>
            <a:xfrm>
              <a:off x="4064494" y="665826"/>
              <a:ext cx="426128" cy="399495"/>
            </a:xfrm>
            <a:prstGeom prst="star5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星形: 五角 18"/>
            <p:cNvSpPr/>
            <p:nvPr/>
          </p:nvSpPr>
          <p:spPr>
            <a:xfrm>
              <a:off x="4654859" y="665826"/>
              <a:ext cx="426128" cy="399495"/>
            </a:xfrm>
            <a:prstGeom prst="star5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星形: 五角 19"/>
            <p:cNvSpPr/>
            <p:nvPr/>
          </p:nvSpPr>
          <p:spPr>
            <a:xfrm>
              <a:off x="4064494" y="1340530"/>
              <a:ext cx="426128" cy="399495"/>
            </a:xfrm>
            <a:prstGeom prst="star5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星形: 五角 20"/>
            <p:cNvSpPr/>
            <p:nvPr/>
          </p:nvSpPr>
          <p:spPr>
            <a:xfrm>
              <a:off x="4654859" y="1340530"/>
              <a:ext cx="426128" cy="399495"/>
            </a:xfrm>
            <a:prstGeom prst="star5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481962" y="390617"/>
            <a:ext cx="1349406" cy="1669002"/>
            <a:chOff x="5481962" y="390617"/>
            <a:chExt cx="1349406" cy="1669002"/>
          </a:xfrm>
        </p:grpSpPr>
        <p:sp>
          <p:nvSpPr>
            <p:cNvPr id="23" name="矩形 22"/>
            <p:cNvSpPr/>
            <p:nvPr/>
          </p:nvSpPr>
          <p:spPr>
            <a:xfrm>
              <a:off x="5481962" y="390617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4" name="星形: 五角 23"/>
            <p:cNvSpPr/>
            <p:nvPr/>
          </p:nvSpPr>
          <p:spPr>
            <a:xfrm>
              <a:off x="5646199" y="665826"/>
              <a:ext cx="426128" cy="399495"/>
            </a:xfrm>
            <a:prstGeom prst="star5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+mj-lt"/>
                <a:buAutoNum type="arabicPeriod"/>
              </a:pPr>
              <a:endParaRPr lang="zh-CN" altLang="en-US" dirty="0"/>
            </a:p>
          </p:txBody>
        </p:sp>
        <p:sp>
          <p:nvSpPr>
            <p:cNvPr id="25" name="星形: 五角 24"/>
            <p:cNvSpPr/>
            <p:nvPr/>
          </p:nvSpPr>
          <p:spPr>
            <a:xfrm>
              <a:off x="6236564" y="665826"/>
              <a:ext cx="426128" cy="399495"/>
            </a:xfrm>
            <a:prstGeom prst="star5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星形: 五角 25"/>
            <p:cNvSpPr/>
            <p:nvPr/>
          </p:nvSpPr>
          <p:spPr>
            <a:xfrm>
              <a:off x="5646199" y="1340530"/>
              <a:ext cx="426128" cy="399495"/>
            </a:xfrm>
            <a:prstGeom prst="star5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星形: 五角 26"/>
            <p:cNvSpPr/>
            <p:nvPr/>
          </p:nvSpPr>
          <p:spPr>
            <a:xfrm>
              <a:off x="6236564" y="1340530"/>
              <a:ext cx="426128" cy="399495"/>
            </a:xfrm>
            <a:prstGeom prst="star5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36847" y="2451716"/>
            <a:ext cx="1349406" cy="1669002"/>
            <a:chOff x="736847" y="2451716"/>
            <a:chExt cx="1349406" cy="1669002"/>
          </a:xfrm>
        </p:grpSpPr>
        <p:sp>
          <p:nvSpPr>
            <p:cNvPr id="29" name="矩形 28"/>
            <p:cNvSpPr/>
            <p:nvPr/>
          </p:nvSpPr>
          <p:spPr>
            <a:xfrm>
              <a:off x="736847" y="245171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31" name="星形: 五角 30"/>
            <p:cNvSpPr/>
            <p:nvPr/>
          </p:nvSpPr>
          <p:spPr>
            <a:xfrm>
              <a:off x="1491449" y="2726925"/>
              <a:ext cx="426128" cy="399495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星形: 五角 31"/>
            <p:cNvSpPr/>
            <p:nvPr/>
          </p:nvSpPr>
          <p:spPr>
            <a:xfrm>
              <a:off x="901084" y="3401629"/>
              <a:ext cx="426128" cy="399495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318552" y="2460596"/>
            <a:ext cx="1349406" cy="1669002"/>
            <a:chOff x="2318552" y="2460596"/>
            <a:chExt cx="1349406" cy="1669002"/>
          </a:xfrm>
        </p:grpSpPr>
        <p:sp>
          <p:nvSpPr>
            <p:cNvPr id="35" name="矩形 34"/>
            <p:cNvSpPr/>
            <p:nvPr/>
          </p:nvSpPr>
          <p:spPr>
            <a:xfrm>
              <a:off x="2318552" y="246059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3073154" y="2735805"/>
              <a:ext cx="426128" cy="399495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482789" y="3410509"/>
              <a:ext cx="426128" cy="399495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900257" y="2451716"/>
            <a:ext cx="1349406" cy="1669002"/>
            <a:chOff x="3900257" y="2451716"/>
            <a:chExt cx="1349406" cy="1669002"/>
          </a:xfrm>
        </p:grpSpPr>
        <p:sp>
          <p:nvSpPr>
            <p:cNvPr id="41" name="矩形 40"/>
            <p:cNvSpPr/>
            <p:nvPr/>
          </p:nvSpPr>
          <p:spPr>
            <a:xfrm>
              <a:off x="3900257" y="245171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43" name="星形: 五角 42"/>
            <p:cNvSpPr/>
            <p:nvPr/>
          </p:nvSpPr>
          <p:spPr>
            <a:xfrm>
              <a:off x="4654859" y="2726925"/>
              <a:ext cx="426128" cy="399495"/>
            </a:xfrm>
            <a:prstGeom prst="star5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星形: 五角 43"/>
            <p:cNvSpPr/>
            <p:nvPr/>
          </p:nvSpPr>
          <p:spPr>
            <a:xfrm>
              <a:off x="4064494" y="3401629"/>
              <a:ext cx="426128" cy="399495"/>
            </a:xfrm>
            <a:prstGeom prst="star5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481962" y="2451716"/>
            <a:ext cx="1349406" cy="1669002"/>
            <a:chOff x="5481962" y="2451716"/>
            <a:chExt cx="1349406" cy="1669002"/>
          </a:xfrm>
        </p:grpSpPr>
        <p:sp>
          <p:nvSpPr>
            <p:cNvPr id="47" name="矩形 46"/>
            <p:cNvSpPr/>
            <p:nvPr/>
          </p:nvSpPr>
          <p:spPr>
            <a:xfrm>
              <a:off x="5481962" y="245171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49" name="星形: 五角 48"/>
            <p:cNvSpPr/>
            <p:nvPr/>
          </p:nvSpPr>
          <p:spPr>
            <a:xfrm>
              <a:off x="6236564" y="2726925"/>
              <a:ext cx="426128" cy="399495"/>
            </a:xfrm>
            <a:prstGeom prst="star5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星形: 五角 49"/>
            <p:cNvSpPr/>
            <p:nvPr/>
          </p:nvSpPr>
          <p:spPr>
            <a:xfrm>
              <a:off x="5646199" y="3401629"/>
              <a:ext cx="426128" cy="399495"/>
            </a:xfrm>
            <a:prstGeom prst="star5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36847" y="4532052"/>
            <a:ext cx="1349406" cy="1669002"/>
            <a:chOff x="736847" y="4532052"/>
            <a:chExt cx="1349406" cy="1669002"/>
          </a:xfrm>
        </p:grpSpPr>
        <p:sp>
          <p:nvSpPr>
            <p:cNvPr id="53" name="矩形 52"/>
            <p:cNvSpPr/>
            <p:nvPr/>
          </p:nvSpPr>
          <p:spPr>
            <a:xfrm>
              <a:off x="736847" y="4532052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5" name="星形: 五角 54"/>
            <p:cNvSpPr/>
            <p:nvPr/>
          </p:nvSpPr>
          <p:spPr>
            <a:xfrm>
              <a:off x="1559511" y="4690742"/>
              <a:ext cx="426128" cy="399495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星形: 五角 55"/>
            <p:cNvSpPr/>
            <p:nvPr/>
          </p:nvSpPr>
          <p:spPr>
            <a:xfrm>
              <a:off x="794553" y="5690592"/>
              <a:ext cx="426128" cy="399495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星形: 五角 56"/>
            <p:cNvSpPr/>
            <p:nvPr/>
          </p:nvSpPr>
          <p:spPr>
            <a:xfrm>
              <a:off x="1198486" y="5180130"/>
              <a:ext cx="426128" cy="399495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299320" y="4545376"/>
            <a:ext cx="1349406" cy="1669002"/>
            <a:chOff x="2299320" y="4545376"/>
            <a:chExt cx="1349406" cy="1669002"/>
          </a:xfrm>
        </p:grpSpPr>
        <p:sp>
          <p:nvSpPr>
            <p:cNvPr id="77" name="矩形 76"/>
            <p:cNvSpPr/>
            <p:nvPr/>
          </p:nvSpPr>
          <p:spPr>
            <a:xfrm>
              <a:off x="2299320" y="4545376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78" name="星形: 五角 77"/>
            <p:cNvSpPr/>
            <p:nvPr/>
          </p:nvSpPr>
          <p:spPr>
            <a:xfrm>
              <a:off x="3121984" y="4704066"/>
              <a:ext cx="426128" cy="399495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星形: 五角 78"/>
            <p:cNvSpPr/>
            <p:nvPr/>
          </p:nvSpPr>
          <p:spPr>
            <a:xfrm>
              <a:off x="2378476" y="5690592"/>
              <a:ext cx="426128" cy="399495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星形: 五角 79"/>
            <p:cNvSpPr/>
            <p:nvPr/>
          </p:nvSpPr>
          <p:spPr>
            <a:xfrm>
              <a:off x="2760959" y="5193454"/>
              <a:ext cx="426128" cy="399495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922455" y="4532052"/>
            <a:ext cx="1349406" cy="1669002"/>
            <a:chOff x="3922455" y="4532052"/>
            <a:chExt cx="1349406" cy="1669002"/>
          </a:xfrm>
        </p:grpSpPr>
        <p:sp>
          <p:nvSpPr>
            <p:cNvPr id="82" name="矩形 81"/>
            <p:cNvSpPr/>
            <p:nvPr/>
          </p:nvSpPr>
          <p:spPr>
            <a:xfrm>
              <a:off x="3922455" y="4532052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83" name="星形: 五角 82"/>
            <p:cNvSpPr/>
            <p:nvPr/>
          </p:nvSpPr>
          <p:spPr>
            <a:xfrm>
              <a:off x="4745119" y="4690742"/>
              <a:ext cx="426128" cy="399495"/>
            </a:xfrm>
            <a:prstGeom prst="star5">
              <a:avLst/>
            </a:prstGeom>
            <a:solidFill>
              <a:srgbClr val="00B05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星形: 五角 83"/>
            <p:cNvSpPr/>
            <p:nvPr/>
          </p:nvSpPr>
          <p:spPr>
            <a:xfrm>
              <a:off x="3980161" y="5690592"/>
              <a:ext cx="426128" cy="399495"/>
            </a:xfrm>
            <a:prstGeom prst="star5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星形: 五角 84"/>
            <p:cNvSpPr/>
            <p:nvPr/>
          </p:nvSpPr>
          <p:spPr>
            <a:xfrm>
              <a:off x="4384094" y="5180130"/>
              <a:ext cx="426128" cy="399495"/>
            </a:xfrm>
            <a:prstGeom prst="star5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481962" y="4532052"/>
            <a:ext cx="1349406" cy="1669002"/>
            <a:chOff x="5481962" y="4532052"/>
            <a:chExt cx="1349406" cy="1669002"/>
          </a:xfrm>
        </p:grpSpPr>
        <p:sp>
          <p:nvSpPr>
            <p:cNvPr id="87" name="矩形 86"/>
            <p:cNvSpPr/>
            <p:nvPr/>
          </p:nvSpPr>
          <p:spPr>
            <a:xfrm>
              <a:off x="5481962" y="4532052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88" name="星形: 五角 87"/>
            <p:cNvSpPr/>
            <p:nvPr/>
          </p:nvSpPr>
          <p:spPr>
            <a:xfrm>
              <a:off x="6304626" y="4690742"/>
              <a:ext cx="426128" cy="399495"/>
            </a:xfrm>
            <a:prstGeom prst="star5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星形: 五角 88"/>
            <p:cNvSpPr/>
            <p:nvPr/>
          </p:nvSpPr>
          <p:spPr>
            <a:xfrm>
              <a:off x="5539668" y="5690592"/>
              <a:ext cx="426128" cy="399495"/>
            </a:xfrm>
            <a:prstGeom prst="star5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星形: 五角 89"/>
            <p:cNvSpPr/>
            <p:nvPr/>
          </p:nvSpPr>
          <p:spPr>
            <a:xfrm>
              <a:off x="5943601" y="5180130"/>
              <a:ext cx="426128" cy="399495"/>
            </a:xfrm>
            <a:prstGeom prst="star5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705811" y="1466298"/>
            <a:ext cx="1349406" cy="1669002"/>
            <a:chOff x="7705811" y="1466298"/>
            <a:chExt cx="1349406" cy="1669002"/>
          </a:xfrm>
        </p:grpSpPr>
        <p:sp>
          <p:nvSpPr>
            <p:cNvPr id="92" name="矩形 91"/>
            <p:cNvSpPr/>
            <p:nvPr/>
          </p:nvSpPr>
          <p:spPr>
            <a:xfrm>
              <a:off x="7705811" y="1466298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95" name="星形: 五角 94"/>
            <p:cNvSpPr/>
            <p:nvPr/>
          </p:nvSpPr>
          <p:spPr>
            <a:xfrm>
              <a:off x="8167450" y="2114376"/>
              <a:ext cx="426128" cy="399495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268284" y="1479622"/>
            <a:ext cx="1349406" cy="1669002"/>
            <a:chOff x="9268284" y="1479622"/>
            <a:chExt cx="1349406" cy="1669002"/>
          </a:xfrm>
        </p:grpSpPr>
        <p:sp>
          <p:nvSpPr>
            <p:cNvPr id="97" name="矩形 96"/>
            <p:cNvSpPr/>
            <p:nvPr/>
          </p:nvSpPr>
          <p:spPr>
            <a:xfrm>
              <a:off x="9268284" y="1479622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0" name="星形: 五角 99"/>
            <p:cNvSpPr/>
            <p:nvPr/>
          </p:nvSpPr>
          <p:spPr>
            <a:xfrm>
              <a:off x="9729923" y="2127700"/>
              <a:ext cx="426128" cy="399495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7739853" y="3551078"/>
            <a:ext cx="1349406" cy="1669002"/>
            <a:chOff x="7739853" y="3551078"/>
            <a:chExt cx="1349406" cy="1669002"/>
          </a:xfrm>
        </p:grpSpPr>
        <p:sp>
          <p:nvSpPr>
            <p:cNvPr id="102" name="矩形 101"/>
            <p:cNvSpPr/>
            <p:nvPr/>
          </p:nvSpPr>
          <p:spPr>
            <a:xfrm>
              <a:off x="7739853" y="3551078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5" name="星形: 五角 104"/>
            <p:cNvSpPr/>
            <p:nvPr/>
          </p:nvSpPr>
          <p:spPr>
            <a:xfrm>
              <a:off x="8201492" y="4199156"/>
              <a:ext cx="426128" cy="399495"/>
            </a:xfrm>
            <a:prstGeom prst="star5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9299360" y="3551078"/>
            <a:ext cx="1349406" cy="1669002"/>
            <a:chOff x="9299360" y="3551078"/>
            <a:chExt cx="1349406" cy="1669002"/>
          </a:xfrm>
        </p:grpSpPr>
        <p:sp>
          <p:nvSpPr>
            <p:cNvPr id="107" name="矩形 106"/>
            <p:cNvSpPr/>
            <p:nvPr/>
          </p:nvSpPr>
          <p:spPr>
            <a:xfrm>
              <a:off x="9299360" y="3551078"/>
              <a:ext cx="1349406" cy="16690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10" name="星形: 五角 109"/>
            <p:cNvSpPr/>
            <p:nvPr/>
          </p:nvSpPr>
          <p:spPr>
            <a:xfrm>
              <a:off x="9760999" y="4199156"/>
              <a:ext cx="426128" cy="399495"/>
            </a:xfrm>
            <a:prstGeom prst="star5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33663" y="340579"/>
            <a:ext cx="11125200" cy="575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指导语</a:t>
            </a:r>
            <a:endParaRPr lang="en-US" altLang="zh-CN" sz="3200" b="1" dirty="0"/>
          </a:p>
          <a:p>
            <a:endParaRPr lang="en-US" altLang="zh-CN" sz="2400" b="1" dirty="0"/>
          </a:p>
          <a:p>
            <a:pPr algn="ctr"/>
            <a:r>
              <a:rPr lang="zh-CN" altLang="en-US" sz="2400" b="1" dirty="0"/>
              <a:t>这是一个简单的推理性评估。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在这项任务中，您需要把</a:t>
            </a:r>
            <a:r>
              <a:rPr lang="zh-CN" altLang="en-US" sz="2400" b="1" dirty="0"/>
              <a:t>右下角的备选图片按照不同的法则（如：</a:t>
            </a:r>
            <a:r>
              <a:rPr lang="zh-CN" altLang="en-US" sz="2400" b="1" dirty="0">
                <a:solidFill>
                  <a:srgbClr val="FFFF00"/>
                </a:solidFill>
              </a:rPr>
              <a:t>形状、数量或颜色等</a:t>
            </a:r>
            <a:r>
              <a:rPr lang="zh-CN" altLang="en-US" sz="2400" b="1" dirty="0"/>
              <a:t>）匹配到上方的四张图片中。</a:t>
            </a:r>
            <a:endParaRPr lang="zh-CN" altLang="en-US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>
                <a:solidFill>
                  <a:srgbClr val="7030A0"/>
                </a:solidFill>
              </a:rPr>
              <a:t>例如：</a:t>
            </a:r>
            <a:r>
              <a:rPr lang="zh-CN" altLang="en-US" sz="2400" b="1" dirty="0"/>
              <a:t>按照颜色进行匹配，请在数字键盘</a:t>
            </a:r>
            <a:r>
              <a:rPr lang="zh-CN" altLang="en-US" sz="2400" b="1" dirty="0"/>
              <a:t>上，按下“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”键。</a:t>
            </a:r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请注意：在评估</a:t>
            </a:r>
            <a:r>
              <a:rPr lang="zh-CN" altLang="en-US" sz="2400" b="1" dirty="0"/>
              <a:t>中，匹配</a:t>
            </a:r>
            <a:r>
              <a:rPr lang="zh-CN" altLang="en-US" sz="2400" b="1" dirty="0">
                <a:solidFill>
                  <a:srgbClr val="7030A0"/>
                </a:solidFill>
              </a:rPr>
              <a:t>规则会发生变化</a:t>
            </a:r>
            <a:r>
              <a:rPr lang="zh-CN" altLang="en-US" sz="2400" b="1" dirty="0"/>
              <a:t>，</a:t>
            </a:r>
            <a:endParaRPr lang="zh-CN" altLang="en-US" sz="2400" b="1" dirty="0"/>
          </a:p>
          <a:p>
            <a:r>
              <a:rPr lang="zh-CN" altLang="en-US" sz="2400" b="1" dirty="0"/>
              <a:t> </a:t>
            </a:r>
            <a:r>
              <a:rPr lang="en-US" altLang="zh-CN" sz="2400" b="1" dirty="0"/>
              <a:t>              </a:t>
            </a:r>
            <a:r>
              <a:rPr lang="zh-CN" altLang="en-US" sz="2400" b="1" dirty="0"/>
              <a:t>您需要</a:t>
            </a:r>
            <a:r>
              <a:rPr lang="zh-CN" altLang="en-US" sz="2400" b="1" dirty="0">
                <a:sym typeface="+mn-ea"/>
              </a:rPr>
              <a:t>根据反馈</a:t>
            </a:r>
            <a:r>
              <a:rPr lang="zh-CN" altLang="en-US" sz="2400" b="1" dirty="0"/>
              <a:t>重新探索新规则。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                                                 按下</a:t>
            </a:r>
            <a:r>
              <a:rPr lang="zh-CN" altLang="en-US" sz="2400" b="1" dirty="0">
                <a:solidFill>
                  <a:srgbClr val="7030A0"/>
                </a:solidFill>
              </a:rPr>
              <a:t>空格键</a:t>
            </a:r>
            <a:r>
              <a:rPr lang="zh-CN" altLang="en-US" sz="2400" b="1" dirty="0">
                <a:solidFill>
                  <a:schemeClr val="tx1"/>
                </a:solidFill>
              </a:rPr>
              <a:t>继续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675" y="4630420"/>
            <a:ext cx="3578225" cy="19989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0" name="图片 99"/>
          <p:cNvPicPr/>
          <p:nvPr/>
        </p:nvPicPr>
        <p:blipFill>
          <a:blip r:embed="rId2"/>
          <a:srcRect l="56931" t="8679" b="24528"/>
          <a:stretch>
            <a:fillRect/>
          </a:stretch>
        </p:blipFill>
        <p:spPr>
          <a:xfrm>
            <a:off x="8667115" y="2518410"/>
            <a:ext cx="2278380" cy="1752600"/>
          </a:xfrm>
          <a:prstGeom prst="rect">
            <a:avLst/>
          </a:prstGeom>
          <a:noFill/>
          <a:ln w="9525">
            <a:noFill/>
          </a:ln>
          <a:effectLst>
            <a:softEdge rad="2540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33663" y="340579"/>
            <a:ext cx="11125200" cy="575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指导语</a:t>
            </a:r>
            <a:endParaRPr lang="en-US" altLang="zh-CN" sz="3200" b="1" dirty="0"/>
          </a:p>
          <a:p>
            <a:endParaRPr lang="en-US" altLang="zh-CN" sz="2400" b="1" dirty="0"/>
          </a:p>
          <a:p>
            <a:pPr algn="ctr"/>
            <a:r>
              <a:rPr lang="zh-CN" altLang="en-US" sz="2400" b="1" dirty="0"/>
              <a:t>这是一个简单的推理性评估。</a:t>
            </a:r>
            <a:endParaRPr lang="zh-CN" altLang="en-US" sz="2400" b="1" dirty="0"/>
          </a:p>
          <a:p>
            <a:pPr algn="ctr"/>
            <a:endParaRPr lang="zh-CN" altLang="en-US" sz="2400" b="1" dirty="0"/>
          </a:p>
          <a:p>
            <a:pPr algn="ctr"/>
            <a:r>
              <a:rPr lang="zh-CN" altLang="en-US" sz="2400" b="1" dirty="0"/>
              <a:t>该评估没有练习部分。</a:t>
            </a:r>
            <a:endParaRPr lang="zh-CN" altLang="en-US" sz="2400" b="1" dirty="0"/>
          </a:p>
          <a:p>
            <a:pPr algn="ctr"/>
            <a:endParaRPr lang="zh-CN" altLang="en-US" sz="2400" b="1" dirty="0"/>
          </a:p>
          <a:p>
            <a:pPr algn="ctr"/>
            <a:r>
              <a:rPr lang="zh-CN" altLang="en-US" sz="2400" b="1" dirty="0"/>
              <a:t>如果您熟悉了该评估的规则，请按</a:t>
            </a:r>
            <a:r>
              <a:rPr lang="zh-CN" altLang="en-US" sz="2400" b="1" dirty="0">
                <a:solidFill>
                  <a:srgbClr val="7030A0"/>
                </a:solidFill>
              </a:rPr>
              <a:t>空格键</a:t>
            </a:r>
            <a:r>
              <a:rPr lang="zh-CN" altLang="en-US" sz="2400" b="1" dirty="0"/>
              <a:t>继续；</a:t>
            </a:r>
            <a:endParaRPr lang="zh-CN" altLang="en-US" sz="2400" b="1" dirty="0"/>
          </a:p>
          <a:p>
            <a:pPr algn="ctr"/>
            <a:endParaRPr lang="zh-CN" altLang="en-US" sz="2400" b="1" dirty="0"/>
          </a:p>
          <a:p>
            <a:pPr algn="ctr"/>
            <a:r>
              <a:rPr lang="zh-CN" altLang="en-US" sz="2400" b="1" dirty="0"/>
              <a:t>如果您对该评估规则有疑问，请按键</a:t>
            </a:r>
            <a:r>
              <a:rPr lang="zh-CN" altLang="en-US" sz="2400" b="1" dirty="0">
                <a:solidFill>
                  <a:srgbClr val="7030A0"/>
                </a:solidFill>
              </a:rPr>
              <a:t>（</a:t>
            </a:r>
            <a:r>
              <a:rPr lang="en-US" altLang="zh-CN" sz="2400" b="1" dirty="0">
                <a:solidFill>
                  <a:srgbClr val="7030A0"/>
                </a:solidFill>
              </a:rPr>
              <a:t>“↑”</a:t>
            </a:r>
            <a:r>
              <a:rPr lang="zh-CN" altLang="en-US" sz="2400" b="1" dirty="0">
                <a:solidFill>
                  <a:srgbClr val="7030A0"/>
                </a:solidFill>
              </a:rPr>
              <a:t>）</a:t>
            </a:r>
            <a:r>
              <a:rPr lang="zh-CN" altLang="en-US" sz="2400" b="1" dirty="0"/>
              <a:t>返回规则指导语</a:t>
            </a:r>
            <a:r>
              <a:rPr lang="zh-CN" altLang="en-US" sz="2400" b="1" dirty="0"/>
              <a:t>页。</a:t>
            </a:r>
            <a:endParaRPr lang="zh-CN" altLang="en-US" sz="2400" b="1" dirty="0"/>
          </a:p>
          <a:p>
            <a:endParaRPr lang="zh-CN" altLang="en-US" sz="2400" b="1" dirty="0"/>
          </a:p>
          <a:p>
            <a:endParaRPr lang="zh-CN" altLang="en-US" sz="2400" b="1" dirty="0"/>
          </a:p>
          <a:p>
            <a:endParaRPr lang="zh-CN" altLang="en-US" sz="2400" b="1" dirty="0"/>
          </a:p>
          <a:p>
            <a:endParaRPr lang="zh-CN" altLang="en-US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                                                 </a:t>
            </a:r>
            <a:endParaRPr lang="en-US" altLang="zh-CN" sz="24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893" y="4237662"/>
            <a:ext cx="4149405" cy="23179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44695" y="3215005"/>
            <a:ext cx="324929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已超时，要快速作答哦</a:t>
            </a:r>
            <a:endParaRPr lang="zh-CN" altLang="en-US" sz="2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图片 99"/>
          <p:cNvPicPr/>
          <p:nvPr/>
        </p:nvPicPr>
        <p:blipFill>
          <a:blip r:embed="rId1"/>
          <a:srcRect l="56931" t="8679" b="24528"/>
          <a:stretch>
            <a:fillRect/>
          </a:stretch>
        </p:blipFill>
        <p:spPr>
          <a:xfrm>
            <a:off x="6475730" y="1152525"/>
            <a:ext cx="4081780" cy="3371850"/>
          </a:xfrm>
          <a:prstGeom prst="rect">
            <a:avLst/>
          </a:prstGeom>
          <a:noFill/>
          <a:ln w="9525">
            <a:noFill/>
          </a:ln>
          <a:effectLst>
            <a:softEdge rad="254000"/>
          </a:effec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IyZDFjOGYzZTdiZTJmOGNjZGM2OGNjOWYyYWE3Yz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WPS 演示</Application>
  <PresentationFormat>宽屏</PresentationFormat>
  <Paragraphs>33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BadHabits</dc:creator>
  <cp:lastModifiedBy>Administrator</cp:lastModifiedBy>
  <cp:revision>17</cp:revision>
  <dcterms:created xsi:type="dcterms:W3CDTF">2024-02-21T11:19:00Z</dcterms:created>
  <dcterms:modified xsi:type="dcterms:W3CDTF">2024-04-12T07:57:05Z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3D450D7D68974056A50A5910AB969EC1_12</vt:lpwstr>
  </property>
  <property fmtid="{D5CDD505-2E9C-101B-9397-08002B2CF9AE}" pid="3" name="KSOProductBuildVer">
    <vt:lpwstr>2052-12.1.0.16388</vt:lpwstr>
  </property>
</Properties>
</file>