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C9E2-208D-450C-8091-ECAAF35113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121-9DE0-4B3F-AB59-3A48EBC0D7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C9E2-208D-450C-8091-ECAAF35113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121-9DE0-4B3F-AB59-3A48EBC0D7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C9E2-208D-450C-8091-ECAAF35113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121-9DE0-4B3F-AB59-3A48EBC0D7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C9E2-208D-450C-8091-ECAAF35113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121-9DE0-4B3F-AB59-3A48EBC0D7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C9E2-208D-450C-8091-ECAAF35113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121-9DE0-4B3F-AB59-3A48EBC0D7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C9E2-208D-450C-8091-ECAAF35113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121-9DE0-4B3F-AB59-3A48EBC0D7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C9E2-208D-450C-8091-ECAAF35113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121-9DE0-4B3F-AB59-3A48EBC0D7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C9E2-208D-450C-8091-ECAAF35113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121-9DE0-4B3F-AB59-3A48EBC0D7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C9E2-208D-450C-8091-ECAAF35113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121-9DE0-4B3F-AB59-3A48EBC0D7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C9E2-208D-450C-8091-ECAAF35113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121-9DE0-4B3F-AB59-3A48EBC0D7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C9E2-208D-450C-8091-ECAAF35113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D121-9DE0-4B3F-AB59-3A48EBC0D7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AC9E2-208D-450C-8091-ECAAF35113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5ED121-9DE0-4B3F-AB59-3A48EBC0D77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8431" b="89930" l="9898" r="89956">
                        <a14:foregroundMark x1="45706" y1="8431" x2="45706" y2="84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384" t="2143" r="33730" b="27815"/>
          <a:stretch>
            <a:fillRect/>
          </a:stretch>
        </p:blipFill>
        <p:spPr>
          <a:xfrm>
            <a:off x="1162974" y="683581"/>
            <a:ext cx="3249228" cy="39416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987" y="681916"/>
            <a:ext cx="3248025" cy="39433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752" y="681916"/>
            <a:ext cx="3248025" cy="39433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54" y="5036619"/>
            <a:ext cx="2857143" cy="1438095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92936" y="4252405"/>
            <a:ext cx="2880000" cy="10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按下</a:t>
            </a:r>
            <a:r>
              <a:rPr lang="zh-CN" altLang="en-US" dirty="0">
                <a:ln>
                  <a:solidFill>
                    <a:schemeClr val="accent1"/>
                  </a:solidFill>
                </a:ln>
                <a:solidFill>
                  <a:srgbClr val="0070C0"/>
                </a:solidFill>
              </a:rPr>
              <a:t>回车键</a:t>
            </a:r>
            <a:endParaRPr lang="en-US" altLang="zh-CN" dirty="0">
              <a:ln>
                <a:solidFill>
                  <a:schemeClr val="accent1"/>
                </a:solidFill>
              </a:ln>
              <a:solidFill>
                <a:srgbClr val="0070C0"/>
              </a:solidFill>
            </a:endParaRPr>
          </a:p>
          <a:p>
            <a:pPr algn="ctr"/>
            <a:r>
              <a:rPr lang="zh-CN" alt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收集金币</a:t>
            </a:r>
            <a:endParaRPr lang="en-US" altLang="zh-C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706001" y="4934448"/>
            <a:ext cx="2879998" cy="10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     </a:t>
            </a:r>
            <a:r>
              <a:rPr lang="zh-CN" altLang="en-US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上一轮奖励</a:t>
            </a:r>
            <a:endParaRPr lang="zh-CN" altLang="en-US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706000" y="3589540"/>
            <a:ext cx="2879999" cy="10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  </a:t>
            </a:r>
            <a:r>
              <a:rPr lang="zh-CN" altLang="en-US" dirty="0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rPr>
              <a:t>总共获得奖励</a:t>
            </a:r>
            <a:endParaRPr lang="zh-CN" altLang="en-US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56000" y="4252405"/>
            <a:ext cx="2880000" cy="10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按下</a:t>
            </a:r>
            <a:r>
              <a:rPr lang="zh-CN" alt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空格键</a:t>
            </a:r>
            <a:endParaRPr lang="en-US" altLang="zh-CN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  <a:p>
            <a:pPr algn="ctr"/>
            <a:r>
              <a:rPr lang="zh-CN" alt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给气球充气</a:t>
            </a:r>
            <a:endParaRPr lang="zh-CN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633663" y="340579"/>
            <a:ext cx="11125200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/>
              <a:t>指导语</a:t>
            </a:r>
            <a:endParaRPr lang="en-US" altLang="zh-CN" sz="3200" b="1" dirty="0"/>
          </a:p>
          <a:p>
            <a:endParaRPr lang="en-US" altLang="zh-CN" sz="2400" b="1" dirty="0"/>
          </a:p>
          <a:p>
            <a:pPr algn="ctr"/>
            <a:r>
              <a:rPr lang="zh-CN" altLang="en-US" sz="2400" b="1" dirty="0"/>
              <a:t>这是一个简单的冒险性评估。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在这项任务中，一共有</a:t>
            </a:r>
            <a:r>
              <a:rPr lang="zh-CN" altLang="en-US" sz="2400" b="1" dirty="0">
                <a:solidFill>
                  <a:schemeClr val="accent2"/>
                </a:solidFill>
              </a:rPr>
              <a:t>橙、</a:t>
            </a:r>
            <a:r>
              <a:rPr lang="zh-CN" altLang="en-US" sz="2400" b="1" dirty="0">
                <a:solidFill>
                  <a:schemeClr val="accent6"/>
                </a:solidFill>
              </a:rPr>
              <a:t>绿、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蓝</a:t>
            </a:r>
            <a:r>
              <a:rPr lang="zh-CN" altLang="en-US" sz="2400" b="1" dirty="0"/>
              <a:t>三种颜色的气球，您需要按下</a:t>
            </a:r>
            <a:r>
              <a:rPr lang="zh-CN" altLang="en-US" sz="2400" b="1" dirty="0">
                <a:solidFill>
                  <a:srgbClr val="7030A0"/>
                </a:solidFill>
              </a:rPr>
              <a:t>空格键</a:t>
            </a:r>
            <a:r>
              <a:rPr lang="zh-CN" altLang="en-US" sz="2400" b="1" dirty="0"/>
              <a:t>给气球充气。每次充气您会获得一定的奖励，同时气球爆炸的概率也会增加。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如果气球爆炸，您本次充气不会获得任何奖励。因此如果您觉得气球即将爆炸，可以按下</a:t>
            </a:r>
            <a:r>
              <a:rPr lang="zh-CN" altLang="en-US" sz="2400" b="1" dirty="0">
                <a:solidFill>
                  <a:srgbClr val="7030A0"/>
                </a:solidFill>
              </a:rPr>
              <a:t>回车键</a:t>
            </a:r>
            <a:r>
              <a:rPr lang="zh-CN" altLang="en-US" sz="2400" b="1" dirty="0"/>
              <a:t>结束本轮充气，获得本轮</a:t>
            </a:r>
            <a:r>
              <a:rPr lang="zh-CN" altLang="en-US" sz="2400" b="1" dirty="0"/>
              <a:t>的所得奖励。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请注意：每种颜色气球的</a:t>
            </a:r>
            <a:r>
              <a:rPr lang="zh-CN" altLang="en-US" sz="2400" b="1" dirty="0">
                <a:solidFill>
                  <a:srgbClr val="7030A0"/>
                </a:solidFill>
              </a:rPr>
              <a:t>最大爆炸阈限值不同</a:t>
            </a:r>
            <a:r>
              <a:rPr lang="zh-CN" altLang="en-US" sz="2400" b="1" dirty="0"/>
              <a:t>。您</a:t>
            </a:r>
            <a:r>
              <a:rPr lang="zh-CN" altLang="en-US" sz="2400" b="1" dirty="0"/>
              <a:t>可以</a:t>
            </a:r>
            <a:endParaRPr lang="zh-CN" altLang="en-US" sz="2400" b="1" dirty="0"/>
          </a:p>
          <a:p>
            <a:r>
              <a:rPr lang="zh-CN" altLang="en-US" sz="2400" b="1" dirty="0"/>
              <a:t>在不同</a:t>
            </a:r>
            <a:r>
              <a:rPr lang="zh-CN" altLang="en-US" sz="2400" b="1" dirty="0"/>
              <a:t>轮次尝试每种颜色气球的爆炸阈限。</a:t>
            </a:r>
            <a:endParaRPr lang="zh-CN" altLang="en-US" sz="2400" b="1" dirty="0"/>
          </a:p>
          <a:p>
            <a:pPr algn="r"/>
            <a:endParaRPr lang="zh-CN" altLang="en-US" sz="2400" b="1" dirty="0"/>
          </a:p>
          <a:p>
            <a:r>
              <a:rPr lang="zh-CN" altLang="en-US" sz="2400" b="1" dirty="0">
                <a:sym typeface="+mn-ea"/>
              </a:rPr>
              <a:t>请注意：</a:t>
            </a:r>
            <a:r>
              <a:rPr lang="zh-CN" altLang="en-US" sz="2400" b="1" dirty="0"/>
              <a:t>本评估没有练习部分。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                                                 按下</a:t>
            </a:r>
            <a:r>
              <a:rPr lang="zh-CN" altLang="en-US" sz="2400" b="1" dirty="0">
                <a:solidFill>
                  <a:srgbClr val="7030A0"/>
                </a:solidFill>
              </a:rPr>
              <a:t>空格键</a:t>
            </a:r>
            <a:r>
              <a:rPr lang="zh-CN" altLang="en-US" sz="2400" b="1" dirty="0"/>
              <a:t>开始</a:t>
            </a:r>
            <a:endParaRPr lang="en-US" altLang="zh-CN" sz="2400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/>
          <a:srcRect t="1615"/>
          <a:stretch>
            <a:fillRect/>
          </a:stretch>
        </p:blipFill>
        <p:spPr>
          <a:xfrm>
            <a:off x="8215688" y="4053087"/>
            <a:ext cx="3669406" cy="203267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TIyZDFjOGYzZTdiZTJmOGNjZGM2OGNjOWYyYWE3Yz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</Words>
  <Application>WPS 演示</Application>
  <PresentationFormat>宽屏</PresentationFormat>
  <Paragraphs>25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Arial Unicode MS</vt:lpstr>
      <vt:lpstr>等线 Light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以昊 张</dc:creator>
  <cp:lastModifiedBy>Administrator</cp:lastModifiedBy>
  <cp:revision>15</cp:revision>
  <dcterms:created xsi:type="dcterms:W3CDTF">2024-03-14T14:40:00Z</dcterms:created>
  <dcterms:modified xsi:type="dcterms:W3CDTF">2024-04-12T07:15:30Z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B1A2C7F98B33463ABF915FF5F0D46FDD_12</vt:lpwstr>
  </property>
  <property fmtid="{D5CDD505-2E9C-101B-9397-08002B2CF9AE}" pid="3" name="KSOProductBuildVer">
    <vt:lpwstr>2052-12.1.0.16388</vt:lpwstr>
  </property>
</Properties>
</file>